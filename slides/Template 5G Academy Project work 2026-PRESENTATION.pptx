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7134_34C91818.xml" ContentType="application/vnd.ms-powerpoint.comments+xml"/>
  <Override PartName="/ppt/comments/modernComment_7135_CFADE9C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6" r:id="rId5"/>
  </p:sldMasterIdLst>
  <p:notesMasterIdLst>
    <p:notesMasterId r:id="rId16"/>
  </p:notesMasterIdLst>
  <p:sldIdLst>
    <p:sldId id="348" r:id="rId6"/>
    <p:sldId id="257" r:id="rId7"/>
    <p:sldId id="325" r:id="rId8"/>
    <p:sldId id="28979" r:id="rId9"/>
    <p:sldId id="28980" r:id="rId10"/>
    <p:sldId id="28981" r:id="rId11"/>
    <p:sldId id="28982" r:id="rId12"/>
    <p:sldId id="28983" r:id="rId13"/>
    <p:sldId id="573" r:id="rId14"/>
    <p:sldId id="28984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35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686C97-ADD3-5CDE-B4D7-06A81A6EAA4F}" name="LUISA ANNA DAVINO-5G" initials="LD" userId="S::luisaanna.davino-5g@unina.it::e0d4f5f9-4e2d-474f-b739-88d264a4be6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7428B"/>
    <a:srgbClr val="50E517"/>
    <a:srgbClr val="3399FF"/>
    <a:srgbClr val="FC3FB2"/>
    <a:srgbClr val="0164F2"/>
    <a:srgbClr val="F18700"/>
    <a:srgbClr val="00FFFF"/>
    <a:srgbClr val="8E1473"/>
    <a:srgbClr val="DBF11E"/>
    <a:srgbClr val="00A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6868B8-0BE0-A46D-D361-D3B1D0A8EC3B}" v="1" dt="2026-09-03T10:52:47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>
        <p:guide orient="horz" pos="2183"/>
        <p:guide pos="3840"/>
        <p:guide pos="438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ISH PERVAIZ GILL" userId="S::n.gill@studenti.unina.it::eb6a05ed-dbe0-4e40-a68a-bb10a52ec5a2" providerId="AD" clId="Web-{B46868B8-0BE0-A46D-D361-D3B1D0A8EC3B}"/>
    <pc:docChg chg="modSld">
      <pc:chgData name="NAZISH PERVAIZ GILL" userId="S::n.gill@studenti.unina.it::eb6a05ed-dbe0-4e40-a68a-bb10a52ec5a2" providerId="AD" clId="Web-{B46868B8-0BE0-A46D-D361-D3B1D0A8EC3B}" dt="2026-09-03T10:52:47.542" v="0" actId="1076"/>
      <pc:docMkLst>
        <pc:docMk/>
      </pc:docMkLst>
      <pc:sldChg chg="modSp">
        <pc:chgData name="NAZISH PERVAIZ GILL" userId="S::n.gill@studenti.unina.it::eb6a05ed-dbe0-4e40-a68a-bb10a52ec5a2" providerId="AD" clId="Web-{B46868B8-0BE0-A46D-D361-D3B1D0A8EC3B}" dt="2026-09-03T10:52:47.542" v="0" actId="1076"/>
        <pc:sldMkLst>
          <pc:docMk/>
          <pc:sldMk cId="3484281282" sldId="28981"/>
        </pc:sldMkLst>
        <pc:picChg chg="mod">
          <ac:chgData name="NAZISH PERVAIZ GILL" userId="S::n.gill@studenti.unina.it::eb6a05ed-dbe0-4e40-a68a-bb10a52ec5a2" providerId="AD" clId="Web-{B46868B8-0BE0-A46D-D361-D3B1D0A8EC3B}" dt="2026-09-03T10:52:47.542" v="0" actId="1076"/>
          <ac:picMkLst>
            <pc:docMk/>
            <pc:sldMk cId="3484281282" sldId="28981"/>
            <ac:picMk id="5" creationId="{32AB6F17-92B7-DD4E-AE30-7A720CBE6EB4}"/>
          </ac:picMkLst>
        </pc:picChg>
      </pc:sldChg>
    </pc:docChg>
  </pc:docChgLst>
</pc:chgInfo>
</file>

<file path=ppt/comments/modernComment_7134_34C918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EF31C0-5E69-4261-8744-8F803DD2FCA9}" authorId="{11686C97-ADD3-5CDE-B4D7-06A81A6EAA4F}" created="2026-07-02T09:01:50.897">
    <pc:sldMkLst xmlns:pc="http://schemas.microsoft.com/office/powerpoint/2013/main/command">
      <pc:docMk/>
      <pc:sldMk cId="885594136" sldId="28980"/>
    </pc:sldMkLst>
    <p188:txBody>
      <a:bodyPr/>
      <a:lstStyle/>
      <a:p>
        <a:r>
          <a:rPr lang="it-IT"/>
          <a:t>da modificare</a:t>
        </a:r>
      </a:p>
    </p188:txBody>
  </p188:cm>
</p188:cmLst>
</file>

<file path=ppt/comments/modernComment_7135_CFADE9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632551-562C-421E-B242-F97AC6B4AB08}" authorId="{11686C97-ADD3-5CDE-B4D7-06A81A6EAA4F}" created="2026-07-02T09:02:05.3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84281282" sldId="28981"/>
      <ac:picMk id="5" creationId="{32AB6F17-92B7-DD4E-AE30-7A720CBE6EB4}"/>
    </ac:deMkLst>
    <p188:txBody>
      <a:bodyPr/>
      <a:lstStyle/>
      <a:p>
        <a:r>
          <a:rPr lang="it-IT"/>
          <a:t>eliminare?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86687-D765-004D-9A44-019C32562D25}" type="doc">
      <dgm:prSet loTypeId="urn:microsoft.com/office/officeart/2005/8/layout/chevron1" loCatId="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it-IT"/>
        </a:p>
      </dgm:t>
    </dgm:pt>
    <dgm:pt modelId="{ED805C60-6893-2749-8A23-20D6CE3944B2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Marzo</a:t>
          </a:r>
        </a:p>
      </dgm:t>
    </dgm:pt>
    <dgm:pt modelId="{D15D4B9F-98E9-7246-B71E-D5225F741A13}" type="parTrans" cxnId="{E2684B9B-EB9E-D143-A8BB-2FB272D7D108}">
      <dgm:prSet/>
      <dgm:spPr/>
      <dgm:t>
        <a:bodyPr/>
        <a:lstStyle/>
        <a:p>
          <a:endParaRPr lang="it-IT"/>
        </a:p>
      </dgm:t>
    </dgm:pt>
    <dgm:pt modelId="{E27EC788-A8E5-A948-AB9A-7C4C59D73353}" type="sibTrans" cxnId="{E2684B9B-EB9E-D143-A8BB-2FB272D7D108}">
      <dgm:prSet/>
      <dgm:spPr/>
      <dgm:t>
        <a:bodyPr/>
        <a:lstStyle/>
        <a:p>
          <a:endParaRPr lang="it-IT"/>
        </a:p>
      </dgm:t>
    </dgm:pt>
    <dgm:pt modelId="{92061D65-2B93-6942-9918-64C89D2233DA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Aprile</a:t>
          </a:r>
        </a:p>
      </dgm:t>
    </dgm:pt>
    <dgm:pt modelId="{CDBEB1F8-4A6D-BB45-94FD-A61EA8A9D8C7}" type="parTrans" cxnId="{EA21BD5F-406D-374A-852C-365E00BBAFAA}">
      <dgm:prSet/>
      <dgm:spPr/>
      <dgm:t>
        <a:bodyPr/>
        <a:lstStyle/>
        <a:p>
          <a:endParaRPr lang="it-IT"/>
        </a:p>
      </dgm:t>
    </dgm:pt>
    <dgm:pt modelId="{5EB613C7-F1A8-4D44-BCD6-D5EE10896038}" type="sibTrans" cxnId="{EA21BD5F-406D-374A-852C-365E00BBAFAA}">
      <dgm:prSet/>
      <dgm:spPr/>
      <dgm:t>
        <a:bodyPr/>
        <a:lstStyle/>
        <a:p>
          <a:endParaRPr lang="it-IT"/>
        </a:p>
      </dgm:t>
    </dgm:pt>
    <dgm:pt modelId="{69F777E7-C758-B440-855C-2496F2FFC2BC}">
      <dgm:prSet phldrT="[Testo]"/>
      <dgm:spPr>
        <a:solidFill>
          <a:srgbClr val="17428B"/>
        </a:solidFill>
      </dgm:spPr>
      <dgm:t>
        <a:bodyPr/>
        <a:lstStyle/>
        <a:p>
          <a:pPr rtl="0"/>
          <a:r>
            <a:rPr lang="it-IT">
              <a:latin typeface="TIM Sans"/>
            </a:rPr>
            <a:t>Febbraio</a:t>
          </a:r>
          <a:endParaRPr lang="it-IT"/>
        </a:p>
      </dgm:t>
    </dgm:pt>
    <dgm:pt modelId="{66B051ED-8D07-CD4B-A36E-2E4E9431F11B}" type="parTrans" cxnId="{73E3887D-AE64-A549-AB49-6222B84E3056}">
      <dgm:prSet/>
      <dgm:spPr/>
      <dgm:t>
        <a:bodyPr/>
        <a:lstStyle/>
        <a:p>
          <a:endParaRPr lang="it-IT"/>
        </a:p>
      </dgm:t>
    </dgm:pt>
    <dgm:pt modelId="{6494D961-322D-2549-B352-BB8160ABF939}" type="sibTrans" cxnId="{73E3887D-AE64-A549-AB49-6222B84E3056}">
      <dgm:prSet/>
      <dgm:spPr/>
      <dgm:t>
        <a:bodyPr/>
        <a:lstStyle/>
        <a:p>
          <a:endParaRPr lang="it-IT"/>
        </a:p>
      </dgm:t>
    </dgm:pt>
    <dgm:pt modelId="{3632F251-2A12-0B4B-9FEF-A1C0CFDE99DA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Maggio </a:t>
          </a:r>
        </a:p>
      </dgm:t>
    </dgm:pt>
    <dgm:pt modelId="{BA3CAB69-0086-9547-AC6A-9C4A768576D5}" type="parTrans" cxnId="{CF0E4A8F-804C-924C-8D6E-3174A882C7F7}">
      <dgm:prSet/>
      <dgm:spPr/>
      <dgm:t>
        <a:bodyPr/>
        <a:lstStyle/>
        <a:p>
          <a:endParaRPr lang="it-IT"/>
        </a:p>
      </dgm:t>
    </dgm:pt>
    <dgm:pt modelId="{9E4E02A6-6838-E347-9429-CCFA65886684}" type="sibTrans" cxnId="{CF0E4A8F-804C-924C-8D6E-3174A882C7F7}">
      <dgm:prSet/>
      <dgm:spPr/>
      <dgm:t>
        <a:bodyPr/>
        <a:lstStyle/>
        <a:p>
          <a:endParaRPr lang="it-IT"/>
        </a:p>
      </dgm:t>
    </dgm:pt>
    <dgm:pt modelId="{4673738C-18DA-F44F-A7BC-5EFF070BDE2B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Giugno</a:t>
          </a:r>
        </a:p>
      </dgm:t>
    </dgm:pt>
    <dgm:pt modelId="{EEC47C7E-A184-6946-961A-F4219095CFF8}" type="parTrans" cxnId="{8CFA91A4-2CF8-FA48-B15E-49A9B44920AC}">
      <dgm:prSet/>
      <dgm:spPr/>
      <dgm:t>
        <a:bodyPr/>
        <a:lstStyle/>
        <a:p>
          <a:endParaRPr lang="it-IT"/>
        </a:p>
      </dgm:t>
    </dgm:pt>
    <dgm:pt modelId="{F7523F20-8A7C-8D49-BA25-FF645C7ED9F3}" type="sibTrans" cxnId="{8CFA91A4-2CF8-FA48-B15E-49A9B44920AC}">
      <dgm:prSet/>
      <dgm:spPr/>
      <dgm:t>
        <a:bodyPr/>
        <a:lstStyle/>
        <a:p>
          <a:endParaRPr lang="it-IT"/>
        </a:p>
      </dgm:t>
    </dgm:pt>
    <dgm:pt modelId="{0FAECAEA-1FFC-1441-BF5B-DBE508E7AD60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Luglio</a:t>
          </a:r>
        </a:p>
      </dgm:t>
    </dgm:pt>
    <dgm:pt modelId="{EFBD1121-22A2-7842-B402-224FF974F21A}" type="parTrans" cxnId="{BCD854BE-2C70-1D44-9500-87AFFDEA1967}">
      <dgm:prSet/>
      <dgm:spPr/>
      <dgm:t>
        <a:bodyPr/>
        <a:lstStyle/>
        <a:p>
          <a:endParaRPr lang="it-IT"/>
        </a:p>
      </dgm:t>
    </dgm:pt>
    <dgm:pt modelId="{2F98E441-6F4A-D545-9CC1-261A05B58247}" type="sibTrans" cxnId="{BCD854BE-2C70-1D44-9500-87AFFDEA1967}">
      <dgm:prSet/>
      <dgm:spPr/>
      <dgm:t>
        <a:bodyPr/>
        <a:lstStyle/>
        <a:p>
          <a:endParaRPr lang="it-IT"/>
        </a:p>
      </dgm:t>
    </dgm:pt>
    <dgm:pt modelId="{BFC77D11-2544-4E41-9FE6-CA1B8613451C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Agosto </a:t>
          </a:r>
        </a:p>
      </dgm:t>
    </dgm:pt>
    <dgm:pt modelId="{FE4B84E0-34BB-2249-9792-4A8AEEB00A1D}" type="parTrans" cxnId="{48EA889E-538F-064A-862C-21F286359422}">
      <dgm:prSet/>
      <dgm:spPr/>
      <dgm:t>
        <a:bodyPr/>
        <a:lstStyle/>
        <a:p>
          <a:endParaRPr lang="it-IT"/>
        </a:p>
      </dgm:t>
    </dgm:pt>
    <dgm:pt modelId="{1CE013B5-FC4E-8241-B73F-4411A4FF0F4A}" type="sibTrans" cxnId="{48EA889E-538F-064A-862C-21F286359422}">
      <dgm:prSet/>
      <dgm:spPr/>
      <dgm:t>
        <a:bodyPr/>
        <a:lstStyle/>
        <a:p>
          <a:endParaRPr lang="it-IT"/>
        </a:p>
      </dgm:t>
    </dgm:pt>
    <dgm:pt modelId="{D2AC97C0-1B9E-B54C-87B9-1C0598E785E4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Settembre</a:t>
          </a:r>
        </a:p>
      </dgm:t>
    </dgm:pt>
    <dgm:pt modelId="{48473BC1-7733-B143-A90E-FA49E8160759}" type="parTrans" cxnId="{3CA8B979-7E33-7C43-A6E4-ADAC4761B4F0}">
      <dgm:prSet/>
      <dgm:spPr/>
      <dgm:t>
        <a:bodyPr/>
        <a:lstStyle/>
        <a:p>
          <a:endParaRPr lang="it-IT"/>
        </a:p>
      </dgm:t>
    </dgm:pt>
    <dgm:pt modelId="{1DC23697-D6B7-B445-94E7-14A472EECD68}" type="sibTrans" cxnId="{3CA8B979-7E33-7C43-A6E4-ADAC4761B4F0}">
      <dgm:prSet/>
      <dgm:spPr/>
      <dgm:t>
        <a:bodyPr/>
        <a:lstStyle/>
        <a:p>
          <a:endParaRPr lang="it-IT"/>
        </a:p>
      </dgm:t>
    </dgm:pt>
    <dgm:pt modelId="{B60183B2-527F-41D7-AEBA-FC09ED2B77A7}">
      <dgm:prSet phldrT="[Testo]" phldr="0"/>
      <dgm:spPr/>
      <dgm:t>
        <a:bodyPr/>
        <a:lstStyle/>
        <a:p>
          <a:pPr rtl="0"/>
          <a:r>
            <a:rPr lang="it-IT">
              <a:latin typeface="TIM Sans"/>
            </a:rPr>
            <a:t>Gennaio</a:t>
          </a:r>
        </a:p>
      </dgm:t>
    </dgm:pt>
    <dgm:pt modelId="{D31B1F01-3402-453F-847D-C957DE754F84}" type="parTrans" cxnId="{6FB90ADE-1853-4C28-A897-A6857B21DCD7}">
      <dgm:prSet/>
      <dgm:spPr/>
    </dgm:pt>
    <dgm:pt modelId="{6B4E08AE-53CE-4AAA-A9E3-4E8B4FCA698B}" type="sibTrans" cxnId="{6FB90ADE-1853-4C28-A897-A6857B21DCD7}">
      <dgm:prSet/>
      <dgm:spPr/>
    </dgm:pt>
    <dgm:pt modelId="{89C62689-B487-A049-8569-B27BCA8F30FA}" type="pres">
      <dgm:prSet presAssocID="{CF986687-D765-004D-9A44-019C32562D25}" presName="Name0" presStyleCnt="0">
        <dgm:presLayoutVars>
          <dgm:dir/>
          <dgm:animLvl val="lvl"/>
          <dgm:resizeHandles val="exact"/>
        </dgm:presLayoutVars>
      </dgm:prSet>
      <dgm:spPr/>
    </dgm:pt>
    <dgm:pt modelId="{2980C20A-A7DB-4FB5-B3D8-36B957E1519C}" type="pres">
      <dgm:prSet presAssocID="{B60183B2-527F-41D7-AEBA-FC09ED2B77A7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0F7858DA-D476-44F6-82B6-030A6F815E74}" type="pres">
      <dgm:prSet presAssocID="{6B4E08AE-53CE-4AAA-A9E3-4E8B4FCA698B}" presName="parTxOnlySpace" presStyleCnt="0"/>
      <dgm:spPr/>
    </dgm:pt>
    <dgm:pt modelId="{BAF22C37-2133-C043-A52E-5A42A02120E7}" type="pres">
      <dgm:prSet presAssocID="{69F777E7-C758-B440-855C-2496F2FFC2BC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B05C034B-649A-F144-AEAA-AFD37362156E}" type="pres">
      <dgm:prSet presAssocID="{6494D961-322D-2549-B352-BB8160ABF939}" presName="parTxOnlySpace" presStyleCnt="0"/>
      <dgm:spPr/>
    </dgm:pt>
    <dgm:pt modelId="{E2417A55-93FE-654C-9BD2-6E28A7E412BB}" type="pres">
      <dgm:prSet presAssocID="{ED805C60-6893-2749-8A23-20D6CE3944B2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CA45A456-F933-F640-A877-0129E90F8B9E}" type="pres">
      <dgm:prSet presAssocID="{E27EC788-A8E5-A948-AB9A-7C4C59D73353}" presName="parTxOnlySpace" presStyleCnt="0"/>
      <dgm:spPr/>
    </dgm:pt>
    <dgm:pt modelId="{0EDC0826-BA1D-8F45-986B-242E03D47FA0}" type="pres">
      <dgm:prSet presAssocID="{92061D65-2B93-6942-9918-64C89D2233DA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ADAB5C8D-60B7-E445-A6AF-F338926C26E7}" type="pres">
      <dgm:prSet presAssocID="{5EB613C7-F1A8-4D44-BCD6-D5EE10896038}" presName="parTxOnlySpace" presStyleCnt="0"/>
      <dgm:spPr/>
    </dgm:pt>
    <dgm:pt modelId="{8017B392-F3F7-5E4C-BF77-D0F1AD828915}" type="pres">
      <dgm:prSet presAssocID="{3632F251-2A12-0B4B-9FEF-A1C0CFDE99DA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7C75C18D-5868-394F-8EB5-207231085020}" type="pres">
      <dgm:prSet presAssocID="{9E4E02A6-6838-E347-9429-CCFA65886684}" presName="parTxOnlySpace" presStyleCnt="0"/>
      <dgm:spPr/>
    </dgm:pt>
    <dgm:pt modelId="{D67D0D1F-3CB0-604B-AD92-75CB4CC32564}" type="pres">
      <dgm:prSet presAssocID="{4673738C-18DA-F44F-A7BC-5EFF070BDE2B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E86A1AA3-735D-8A42-930B-69A0D4C4C745}" type="pres">
      <dgm:prSet presAssocID="{F7523F20-8A7C-8D49-BA25-FF645C7ED9F3}" presName="parTxOnlySpace" presStyleCnt="0"/>
      <dgm:spPr/>
    </dgm:pt>
    <dgm:pt modelId="{241CFA86-5218-0C47-825A-2A49A253577F}" type="pres">
      <dgm:prSet presAssocID="{0FAECAEA-1FFC-1441-BF5B-DBE508E7AD60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7BBCC3E-0F81-B046-AD0F-CC8BCB06FFB8}" type="pres">
      <dgm:prSet presAssocID="{2F98E441-6F4A-D545-9CC1-261A05B58247}" presName="parTxOnlySpace" presStyleCnt="0"/>
      <dgm:spPr/>
    </dgm:pt>
    <dgm:pt modelId="{9000587C-4594-6843-AF5F-944054CE466A}" type="pres">
      <dgm:prSet presAssocID="{BFC77D11-2544-4E41-9FE6-CA1B8613451C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1AD4EA40-36EA-3046-9737-90CC62D23ADC}" type="pres">
      <dgm:prSet presAssocID="{1CE013B5-FC4E-8241-B73F-4411A4FF0F4A}" presName="parTxOnlySpace" presStyleCnt="0"/>
      <dgm:spPr/>
    </dgm:pt>
    <dgm:pt modelId="{A1537557-F9F4-534E-B208-3FED22B15716}" type="pres">
      <dgm:prSet presAssocID="{D2AC97C0-1B9E-B54C-87B9-1C0598E785E4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D7D35901-E709-40F9-BE01-2E1A5135B0F3}" type="presOf" srcId="{0FAECAEA-1FFC-1441-BF5B-DBE508E7AD60}" destId="{241CFA86-5218-0C47-825A-2A49A253577F}" srcOrd="0" destOrd="0" presId="urn:microsoft.com/office/officeart/2005/8/layout/chevron1"/>
    <dgm:cxn modelId="{F17DA018-62B8-416E-B807-7074FF456D27}" type="presOf" srcId="{69F777E7-C758-B440-855C-2496F2FFC2BC}" destId="{BAF22C37-2133-C043-A52E-5A42A02120E7}" srcOrd="0" destOrd="0" presId="urn:microsoft.com/office/officeart/2005/8/layout/chevron1"/>
    <dgm:cxn modelId="{2C97B528-CD0A-409D-BC6C-D4EFF59404A9}" type="presOf" srcId="{ED805C60-6893-2749-8A23-20D6CE3944B2}" destId="{E2417A55-93FE-654C-9BD2-6E28A7E412BB}" srcOrd="0" destOrd="0" presId="urn:microsoft.com/office/officeart/2005/8/layout/chevron1"/>
    <dgm:cxn modelId="{9EE29F39-D800-4744-90DF-5E2F9DABFA1D}" type="presOf" srcId="{CF986687-D765-004D-9A44-019C32562D25}" destId="{89C62689-B487-A049-8569-B27BCA8F30FA}" srcOrd="0" destOrd="0" presId="urn:microsoft.com/office/officeart/2005/8/layout/chevron1"/>
    <dgm:cxn modelId="{EA21BD5F-406D-374A-852C-365E00BBAFAA}" srcId="{CF986687-D765-004D-9A44-019C32562D25}" destId="{92061D65-2B93-6942-9918-64C89D2233DA}" srcOrd="3" destOrd="0" parTransId="{CDBEB1F8-4A6D-BB45-94FD-A61EA8A9D8C7}" sibTransId="{5EB613C7-F1A8-4D44-BCD6-D5EE10896038}"/>
    <dgm:cxn modelId="{4AE2126D-D828-48D3-9A3D-623B63F0079B}" type="presOf" srcId="{BFC77D11-2544-4E41-9FE6-CA1B8613451C}" destId="{9000587C-4594-6843-AF5F-944054CE466A}" srcOrd="0" destOrd="0" presId="urn:microsoft.com/office/officeart/2005/8/layout/chevron1"/>
    <dgm:cxn modelId="{9FF82054-EA90-4BA4-8E67-589C494F41F8}" type="presOf" srcId="{D2AC97C0-1B9E-B54C-87B9-1C0598E785E4}" destId="{A1537557-F9F4-534E-B208-3FED22B15716}" srcOrd="0" destOrd="0" presId="urn:microsoft.com/office/officeart/2005/8/layout/chevron1"/>
    <dgm:cxn modelId="{3CA8B979-7E33-7C43-A6E4-ADAC4761B4F0}" srcId="{CF986687-D765-004D-9A44-019C32562D25}" destId="{D2AC97C0-1B9E-B54C-87B9-1C0598E785E4}" srcOrd="8" destOrd="0" parTransId="{48473BC1-7733-B143-A90E-FA49E8160759}" sibTransId="{1DC23697-D6B7-B445-94E7-14A472EECD68}"/>
    <dgm:cxn modelId="{73E3887D-AE64-A549-AB49-6222B84E3056}" srcId="{CF986687-D765-004D-9A44-019C32562D25}" destId="{69F777E7-C758-B440-855C-2496F2FFC2BC}" srcOrd="1" destOrd="0" parTransId="{66B051ED-8D07-CD4B-A36E-2E4E9431F11B}" sibTransId="{6494D961-322D-2549-B352-BB8160ABF939}"/>
    <dgm:cxn modelId="{84B1E87E-EE5E-4B9E-9D9D-D4F20D250575}" type="presOf" srcId="{B60183B2-527F-41D7-AEBA-FC09ED2B77A7}" destId="{2980C20A-A7DB-4FB5-B3D8-36B957E1519C}" srcOrd="0" destOrd="0" presId="urn:microsoft.com/office/officeart/2005/8/layout/chevron1"/>
    <dgm:cxn modelId="{9C94C089-95A1-4BC5-A2A7-5D9FDC937B1F}" type="presOf" srcId="{3632F251-2A12-0B4B-9FEF-A1C0CFDE99DA}" destId="{8017B392-F3F7-5E4C-BF77-D0F1AD828915}" srcOrd="0" destOrd="0" presId="urn:microsoft.com/office/officeart/2005/8/layout/chevron1"/>
    <dgm:cxn modelId="{CF0E4A8F-804C-924C-8D6E-3174A882C7F7}" srcId="{CF986687-D765-004D-9A44-019C32562D25}" destId="{3632F251-2A12-0B4B-9FEF-A1C0CFDE99DA}" srcOrd="4" destOrd="0" parTransId="{BA3CAB69-0086-9547-AC6A-9C4A768576D5}" sibTransId="{9E4E02A6-6838-E347-9429-CCFA65886684}"/>
    <dgm:cxn modelId="{E2684B9B-EB9E-D143-A8BB-2FB272D7D108}" srcId="{CF986687-D765-004D-9A44-019C32562D25}" destId="{ED805C60-6893-2749-8A23-20D6CE3944B2}" srcOrd="2" destOrd="0" parTransId="{D15D4B9F-98E9-7246-B71E-D5225F741A13}" sibTransId="{E27EC788-A8E5-A948-AB9A-7C4C59D73353}"/>
    <dgm:cxn modelId="{48EA889E-538F-064A-862C-21F286359422}" srcId="{CF986687-D765-004D-9A44-019C32562D25}" destId="{BFC77D11-2544-4E41-9FE6-CA1B8613451C}" srcOrd="7" destOrd="0" parTransId="{FE4B84E0-34BB-2249-9792-4A8AEEB00A1D}" sibTransId="{1CE013B5-FC4E-8241-B73F-4411A4FF0F4A}"/>
    <dgm:cxn modelId="{8CFA91A4-2CF8-FA48-B15E-49A9B44920AC}" srcId="{CF986687-D765-004D-9A44-019C32562D25}" destId="{4673738C-18DA-F44F-A7BC-5EFF070BDE2B}" srcOrd="5" destOrd="0" parTransId="{EEC47C7E-A184-6946-961A-F4219095CFF8}" sibTransId="{F7523F20-8A7C-8D49-BA25-FF645C7ED9F3}"/>
    <dgm:cxn modelId="{BCD854BE-2C70-1D44-9500-87AFFDEA1967}" srcId="{CF986687-D765-004D-9A44-019C32562D25}" destId="{0FAECAEA-1FFC-1441-BF5B-DBE508E7AD60}" srcOrd="6" destOrd="0" parTransId="{EFBD1121-22A2-7842-B402-224FF974F21A}" sibTransId="{2F98E441-6F4A-D545-9CC1-261A05B58247}"/>
    <dgm:cxn modelId="{6FB90ADE-1853-4C28-A897-A6857B21DCD7}" srcId="{CF986687-D765-004D-9A44-019C32562D25}" destId="{B60183B2-527F-41D7-AEBA-FC09ED2B77A7}" srcOrd="0" destOrd="0" parTransId="{D31B1F01-3402-453F-847D-C957DE754F84}" sibTransId="{6B4E08AE-53CE-4AAA-A9E3-4E8B4FCA698B}"/>
    <dgm:cxn modelId="{E8F0B9E5-CA8D-4191-A6AE-C8D02EBC4948}" type="presOf" srcId="{4673738C-18DA-F44F-A7BC-5EFF070BDE2B}" destId="{D67D0D1F-3CB0-604B-AD92-75CB4CC32564}" srcOrd="0" destOrd="0" presId="urn:microsoft.com/office/officeart/2005/8/layout/chevron1"/>
    <dgm:cxn modelId="{1D7873F8-D931-4C19-8568-75CEA1BCE6F9}" type="presOf" srcId="{92061D65-2B93-6942-9918-64C89D2233DA}" destId="{0EDC0826-BA1D-8F45-986B-242E03D47FA0}" srcOrd="0" destOrd="0" presId="urn:microsoft.com/office/officeart/2005/8/layout/chevron1"/>
    <dgm:cxn modelId="{EAABF55A-5F03-4970-BA33-6E4613188F03}" type="presParOf" srcId="{89C62689-B487-A049-8569-B27BCA8F30FA}" destId="{2980C20A-A7DB-4FB5-B3D8-36B957E1519C}" srcOrd="0" destOrd="0" presId="urn:microsoft.com/office/officeart/2005/8/layout/chevron1"/>
    <dgm:cxn modelId="{739A897F-2AD9-495A-9ABB-7953A8AC1927}" type="presParOf" srcId="{89C62689-B487-A049-8569-B27BCA8F30FA}" destId="{0F7858DA-D476-44F6-82B6-030A6F815E74}" srcOrd="1" destOrd="0" presId="urn:microsoft.com/office/officeart/2005/8/layout/chevron1"/>
    <dgm:cxn modelId="{12082FFD-47FF-4205-9E6C-1E1142A2E861}" type="presParOf" srcId="{89C62689-B487-A049-8569-B27BCA8F30FA}" destId="{BAF22C37-2133-C043-A52E-5A42A02120E7}" srcOrd="2" destOrd="0" presId="urn:microsoft.com/office/officeart/2005/8/layout/chevron1"/>
    <dgm:cxn modelId="{E367887E-90A0-4D4C-A5DD-FB1E60C55F4B}" type="presParOf" srcId="{89C62689-B487-A049-8569-B27BCA8F30FA}" destId="{B05C034B-649A-F144-AEAA-AFD37362156E}" srcOrd="3" destOrd="0" presId="urn:microsoft.com/office/officeart/2005/8/layout/chevron1"/>
    <dgm:cxn modelId="{347F81C3-2AF1-4085-889D-D4AE9011C342}" type="presParOf" srcId="{89C62689-B487-A049-8569-B27BCA8F30FA}" destId="{E2417A55-93FE-654C-9BD2-6E28A7E412BB}" srcOrd="4" destOrd="0" presId="urn:microsoft.com/office/officeart/2005/8/layout/chevron1"/>
    <dgm:cxn modelId="{B7918166-F5F6-48AD-A6CF-B34E6C8BFFEF}" type="presParOf" srcId="{89C62689-B487-A049-8569-B27BCA8F30FA}" destId="{CA45A456-F933-F640-A877-0129E90F8B9E}" srcOrd="5" destOrd="0" presId="urn:microsoft.com/office/officeart/2005/8/layout/chevron1"/>
    <dgm:cxn modelId="{729C8161-A31B-4F5A-BD60-F8F635BB10D3}" type="presParOf" srcId="{89C62689-B487-A049-8569-B27BCA8F30FA}" destId="{0EDC0826-BA1D-8F45-986B-242E03D47FA0}" srcOrd="6" destOrd="0" presId="urn:microsoft.com/office/officeart/2005/8/layout/chevron1"/>
    <dgm:cxn modelId="{F9E16921-616E-45B0-A2B0-6A31DDC9A7D0}" type="presParOf" srcId="{89C62689-B487-A049-8569-B27BCA8F30FA}" destId="{ADAB5C8D-60B7-E445-A6AF-F338926C26E7}" srcOrd="7" destOrd="0" presId="urn:microsoft.com/office/officeart/2005/8/layout/chevron1"/>
    <dgm:cxn modelId="{F2ECAE78-D924-43F2-B448-506B405228E2}" type="presParOf" srcId="{89C62689-B487-A049-8569-B27BCA8F30FA}" destId="{8017B392-F3F7-5E4C-BF77-D0F1AD828915}" srcOrd="8" destOrd="0" presId="urn:microsoft.com/office/officeart/2005/8/layout/chevron1"/>
    <dgm:cxn modelId="{BED7264D-CE33-4B9F-B8F6-1D4A6AFEC706}" type="presParOf" srcId="{89C62689-B487-A049-8569-B27BCA8F30FA}" destId="{7C75C18D-5868-394F-8EB5-207231085020}" srcOrd="9" destOrd="0" presId="urn:microsoft.com/office/officeart/2005/8/layout/chevron1"/>
    <dgm:cxn modelId="{53752D01-1981-4691-9643-CEB2843EF1F9}" type="presParOf" srcId="{89C62689-B487-A049-8569-B27BCA8F30FA}" destId="{D67D0D1F-3CB0-604B-AD92-75CB4CC32564}" srcOrd="10" destOrd="0" presId="urn:microsoft.com/office/officeart/2005/8/layout/chevron1"/>
    <dgm:cxn modelId="{F3A15273-BE51-49E1-BB67-CD3ADF679264}" type="presParOf" srcId="{89C62689-B487-A049-8569-B27BCA8F30FA}" destId="{E86A1AA3-735D-8A42-930B-69A0D4C4C745}" srcOrd="11" destOrd="0" presId="urn:microsoft.com/office/officeart/2005/8/layout/chevron1"/>
    <dgm:cxn modelId="{A49AC20F-2C24-4633-A8C8-8F9DCA3B7E42}" type="presParOf" srcId="{89C62689-B487-A049-8569-B27BCA8F30FA}" destId="{241CFA86-5218-0C47-825A-2A49A253577F}" srcOrd="12" destOrd="0" presId="urn:microsoft.com/office/officeart/2005/8/layout/chevron1"/>
    <dgm:cxn modelId="{CD55B330-37C2-4AE6-85A1-0D7A70362044}" type="presParOf" srcId="{89C62689-B487-A049-8569-B27BCA8F30FA}" destId="{47BBCC3E-0F81-B046-AD0F-CC8BCB06FFB8}" srcOrd="13" destOrd="0" presId="urn:microsoft.com/office/officeart/2005/8/layout/chevron1"/>
    <dgm:cxn modelId="{93C03B12-3351-43C9-ABB9-FCB9370675FA}" type="presParOf" srcId="{89C62689-B487-A049-8569-B27BCA8F30FA}" destId="{9000587C-4594-6843-AF5F-944054CE466A}" srcOrd="14" destOrd="0" presId="urn:microsoft.com/office/officeart/2005/8/layout/chevron1"/>
    <dgm:cxn modelId="{B1F6AE50-0677-4A5D-B541-F1C55372E4A1}" type="presParOf" srcId="{89C62689-B487-A049-8569-B27BCA8F30FA}" destId="{1AD4EA40-36EA-3046-9737-90CC62D23ADC}" srcOrd="15" destOrd="0" presId="urn:microsoft.com/office/officeart/2005/8/layout/chevron1"/>
    <dgm:cxn modelId="{BF0A8D4A-EA9B-4A2B-8B3F-3A97BC5CD711}" type="presParOf" srcId="{89C62689-B487-A049-8569-B27BCA8F30FA}" destId="{A1537557-F9F4-534E-B208-3FED22B15716}" srcOrd="16" destOrd="0" presId="urn:microsoft.com/office/officeart/2005/8/layout/chevron1"/>
  </dgm:cxnLst>
  <dgm:bg/>
  <dgm:whole>
    <a:ln>
      <a:noFill/>
      <a:prstDash val="sysDash"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80C20A-A7DB-4FB5-B3D8-36B957E1519C}">
      <dsp:nvSpPr>
        <dsp:cNvPr id="0" name=""/>
        <dsp:cNvSpPr/>
      </dsp:nvSpPr>
      <dsp:spPr>
        <a:xfrm>
          <a:off x="137" y="2547574"/>
          <a:ext cx="1369708" cy="5478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>
              <a:latin typeface="TIM Sans"/>
            </a:rPr>
            <a:t>Gennaio</a:t>
          </a:r>
        </a:p>
      </dsp:txBody>
      <dsp:txXfrm>
        <a:off x="274079" y="2547574"/>
        <a:ext cx="821825" cy="547883"/>
      </dsp:txXfrm>
    </dsp:sp>
    <dsp:sp modelId="{BAF22C37-2133-C043-A52E-5A42A02120E7}">
      <dsp:nvSpPr>
        <dsp:cNvPr id="0" name=""/>
        <dsp:cNvSpPr/>
      </dsp:nvSpPr>
      <dsp:spPr>
        <a:xfrm>
          <a:off x="1232874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>
              <a:latin typeface="TIM Sans"/>
            </a:rPr>
            <a:t>Febbraio</a:t>
          </a:r>
          <a:endParaRPr lang="it-IT" sz="1300" kern="1200"/>
        </a:p>
      </dsp:txBody>
      <dsp:txXfrm>
        <a:off x="1506816" y="2547574"/>
        <a:ext cx="821825" cy="547883"/>
      </dsp:txXfrm>
    </dsp:sp>
    <dsp:sp modelId="{E2417A55-93FE-654C-9BD2-6E28A7E412BB}">
      <dsp:nvSpPr>
        <dsp:cNvPr id="0" name=""/>
        <dsp:cNvSpPr/>
      </dsp:nvSpPr>
      <dsp:spPr>
        <a:xfrm>
          <a:off x="2465611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Marzo</a:t>
          </a:r>
        </a:p>
      </dsp:txBody>
      <dsp:txXfrm>
        <a:off x="2739553" y="2547574"/>
        <a:ext cx="821825" cy="547883"/>
      </dsp:txXfrm>
    </dsp:sp>
    <dsp:sp modelId="{0EDC0826-BA1D-8F45-986B-242E03D47FA0}">
      <dsp:nvSpPr>
        <dsp:cNvPr id="0" name=""/>
        <dsp:cNvSpPr/>
      </dsp:nvSpPr>
      <dsp:spPr>
        <a:xfrm>
          <a:off x="3698348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Aprile</a:t>
          </a:r>
        </a:p>
      </dsp:txBody>
      <dsp:txXfrm>
        <a:off x="3972290" y="2547574"/>
        <a:ext cx="821825" cy="547883"/>
      </dsp:txXfrm>
    </dsp:sp>
    <dsp:sp modelId="{8017B392-F3F7-5E4C-BF77-D0F1AD828915}">
      <dsp:nvSpPr>
        <dsp:cNvPr id="0" name=""/>
        <dsp:cNvSpPr/>
      </dsp:nvSpPr>
      <dsp:spPr>
        <a:xfrm>
          <a:off x="4931085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Maggio </a:t>
          </a:r>
        </a:p>
      </dsp:txBody>
      <dsp:txXfrm>
        <a:off x="5205027" y="2547574"/>
        <a:ext cx="821825" cy="547883"/>
      </dsp:txXfrm>
    </dsp:sp>
    <dsp:sp modelId="{D67D0D1F-3CB0-604B-AD92-75CB4CC32564}">
      <dsp:nvSpPr>
        <dsp:cNvPr id="0" name=""/>
        <dsp:cNvSpPr/>
      </dsp:nvSpPr>
      <dsp:spPr>
        <a:xfrm>
          <a:off x="6163823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Giugno</a:t>
          </a:r>
        </a:p>
      </dsp:txBody>
      <dsp:txXfrm>
        <a:off x="6437765" y="2547574"/>
        <a:ext cx="821825" cy="547883"/>
      </dsp:txXfrm>
    </dsp:sp>
    <dsp:sp modelId="{241CFA86-5218-0C47-825A-2A49A253577F}">
      <dsp:nvSpPr>
        <dsp:cNvPr id="0" name=""/>
        <dsp:cNvSpPr/>
      </dsp:nvSpPr>
      <dsp:spPr>
        <a:xfrm>
          <a:off x="7396560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Luglio</a:t>
          </a:r>
        </a:p>
      </dsp:txBody>
      <dsp:txXfrm>
        <a:off x="7670502" y="2547574"/>
        <a:ext cx="821825" cy="547883"/>
      </dsp:txXfrm>
    </dsp:sp>
    <dsp:sp modelId="{9000587C-4594-6843-AF5F-944054CE466A}">
      <dsp:nvSpPr>
        <dsp:cNvPr id="0" name=""/>
        <dsp:cNvSpPr/>
      </dsp:nvSpPr>
      <dsp:spPr>
        <a:xfrm>
          <a:off x="8629297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Agosto </a:t>
          </a:r>
        </a:p>
      </dsp:txBody>
      <dsp:txXfrm>
        <a:off x="8903239" y="2547574"/>
        <a:ext cx="821825" cy="547883"/>
      </dsp:txXfrm>
    </dsp:sp>
    <dsp:sp modelId="{A1537557-F9F4-534E-B208-3FED22B15716}">
      <dsp:nvSpPr>
        <dsp:cNvPr id="0" name=""/>
        <dsp:cNvSpPr/>
      </dsp:nvSpPr>
      <dsp:spPr>
        <a:xfrm>
          <a:off x="9862034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Settembre</a:t>
          </a:r>
        </a:p>
      </dsp:txBody>
      <dsp:txXfrm>
        <a:off x="10135976" y="2547574"/>
        <a:ext cx="821825" cy="5478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16BA8-1C26-E241-87A3-7E6D47DF2B15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E622D-138F-DD46-A48B-F8C674FCEA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21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8E622D-138F-DD46-A48B-F8C674FCEA9E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6148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6">
            <a:extLst>
              <a:ext uri="{FF2B5EF4-FFF2-40B4-BE49-F238E27FC236}">
                <a16:creationId xmlns:a16="http://schemas.microsoft.com/office/drawing/2014/main" id="{1DE15293-BBE7-C8E1-2DF8-30CAECC22826}"/>
              </a:ext>
            </a:extLst>
          </p:cNvPr>
          <p:cNvSpPr txBox="1"/>
          <p:nvPr userDrawn="1"/>
        </p:nvSpPr>
        <p:spPr>
          <a:xfrm>
            <a:off x="182210" y="78645"/>
            <a:ext cx="795943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0033A1"/>
                </a:solidFill>
                <a:latin typeface="Montserrat" panose="00000500000000000000" pitchFamily="2" charset="0"/>
                <a:ea typeface="Arimo Bold"/>
                <a:cs typeface="Arimo Bold"/>
                <a:sym typeface="Arimo Bold"/>
              </a:rPr>
              <a:t>5G Academy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3A1"/>
              </a:solidFill>
              <a:effectLst/>
              <a:uLnTx/>
              <a:uFillTx/>
              <a:latin typeface="Montserrat" panose="00000500000000000000" pitchFamily="2" charset="0"/>
              <a:ea typeface="Arimo"/>
              <a:cs typeface="Arimo"/>
              <a:sym typeface="Arimo"/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86583FA-552E-6B94-F508-9154D8640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87" b="93913" l="9878" r="89948">
                        <a14:foregroundMark x1="41608" y1="9043" x2="56556" y2="6087"/>
                        <a14:foregroundMark x1="56556" y1="6087" x2="59091" y2="8870"/>
                        <a14:foregroundMark x1="57255" y1="8870" x2="50787" y2="8348"/>
                        <a14:foregroundMark x1="30944" y1="90609" x2="39423" y2="88522"/>
                        <a14:foregroundMark x1="64073" y1="89913" x2="69668" y2="89913"/>
                        <a14:foregroundMark x1="66608" y1="93913" x2="68269" y2="93565"/>
                        <a14:foregroundMark x1="65035" y1="93739" x2="68619" y2="93217"/>
                        <a14:foregroundMark x1="40035" y1="93043" x2="52185" y2="92696"/>
                        <a14:foregroundMark x1="52185" y1="92696" x2="52273" y2="926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3269" y="0"/>
            <a:ext cx="2148731" cy="1080000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00DE8E5E-6283-0987-D10B-B434F14E498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2210" y="5699355"/>
            <a:ext cx="1713047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2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27652F9-EFE9-44A5-8988-DD8A57D594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891851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F00401-1613-4904-9E88-3300247588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183" r="20122"/>
          <a:stretch/>
        </p:blipFill>
        <p:spPr>
          <a:xfrm>
            <a:off x="5891851" y="0"/>
            <a:ext cx="6310344" cy="6161903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A6F41FCF-E5DC-4DFC-9EC4-9A2DB9ACD48B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Segnaposto data 7">
            <a:extLst>
              <a:ext uri="{FF2B5EF4-FFF2-40B4-BE49-F238E27FC236}">
                <a16:creationId xmlns:a16="http://schemas.microsoft.com/office/drawing/2014/main" id="{28FC1009-BB95-4A95-B0B4-F62D9482D448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0801821-83B6-4071-904F-3FF70C150930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20" name="Shape 13">
            <a:extLst>
              <a:ext uri="{FF2B5EF4-FFF2-40B4-BE49-F238E27FC236}">
                <a16:creationId xmlns:a16="http://schemas.microsoft.com/office/drawing/2014/main" id="{02A19192-2819-48DA-BE5F-DDDAFE72CBEB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Segnaposto piè di pagina 8">
            <a:extLst>
              <a:ext uri="{FF2B5EF4-FFF2-40B4-BE49-F238E27FC236}">
                <a16:creationId xmlns:a16="http://schemas.microsoft.com/office/drawing/2014/main" id="{B9628792-1808-40FB-81A8-B4A1607E2439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B677C4A-9D55-8A4E-A6E3-A13696593F7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76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A75DD54-AA16-4D96-BA18-46F0B18EC3E2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data 7">
            <a:extLst>
              <a:ext uri="{FF2B5EF4-FFF2-40B4-BE49-F238E27FC236}">
                <a16:creationId xmlns:a16="http://schemas.microsoft.com/office/drawing/2014/main" id="{9D7EBFE4-05D3-41B4-83CD-A8E0A8380DF0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0E4C0DEB-D89B-46C1-A686-9BEAB456F5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32DA9C46-95C1-48D2-8E74-90EAB517A25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F9B0D099-433E-47D6-85BF-04A95EB2594A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Picture 2">
            <a:extLst>
              <a:ext uri="{FF2B5EF4-FFF2-40B4-BE49-F238E27FC236}">
                <a16:creationId xmlns:a16="http://schemas.microsoft.com/office/drawing/2014/main" id="{3B1CA809-7FB2-A647-8C49-995400A948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1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7">
            <a:extLst>
              <a:ext uri="{FF2B5EF4-FFF2-40B4-BE49-F238E27FC236}">
                <a16:creationId xmlns:a16="http://schemas.microsoft.com/office/drawing/2014/main" id="{9D7EBFE4-05D3-41B4-83CD-A8E0A8380DF0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0E4C0DEB-D89B-46C1-A686-9BEAB456F5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32DA9C46-95C1-48D2-8E74-90EAB517A25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F9B0D099-433E-47D6-85BF-04A95EB2594A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209BFF25-38BB-9B48-B869-084262A4D1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3" y="6215062"/>
            <a:ext cx="1812818" cy="54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egnaposto data 7">
            <a:extLst>
              <a:ext uri="{FF2B5EF4-FFF2-40B4-BE49-F238E27FC236}">
                <a16:creationId xmlns:a16="http://schemas.microsoft.com/office/drawing/2014/main" id="{E46776ED-56DD-CD48-95A3-4A00B81FDB6F}"/>
              </a:ext>
            </a:extLst>
          </p:cNvPr>
          <p:cNvSpPr txBox="1">
            <a:spLocks/>
          </p:cNvSpPr>
          <p:nvPr userDrawn="1"/>
        </p:nvSpPr>
        <p:spPr>
          <a:xfrm>
            <a:off x="6034636" y="64754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rgbClr val="17428B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C8F8ED44-83FD-D141-B369-1B7D67D8C26A}"/>
              </a:ext>
            </a:extLst>
          </p:cNvPr>
          <p:cNvSpPr txBox="1">
            <a:spLocks/>
          </p:cNvSpPr>
          <p:nvPr userDrawn="1"/>
        </p:nvSpPr>
        <p:spPr>
          <a:xfrm>
            <a:off x="8767482" y="66341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rgbClr val="17428B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cxnSp>
        <p:nvCxnSpPr>
          <p:cNvPr id="14" name="Shape 13">
            <a:extLst>
              <a:ext uri="{FF2B5EF4-FFF2-40B4-BE49-F238E27FC236}">
                <a16:creationId xmlns:a16="http://schemas.microsoft.com/office/drawing/2014/main" id="{724C64B5-2135-D44C-AAA0-6D642DB8801B}"/>
              </a:ext>
            </a:extLst>
          </p:cNvPr>
          <p:cNvCxnSpPr/>
          <p:nvPr userDrawn="1"/>
        </p:nvCxnSpPr>
        <p:spPr>
          <a:xfrm>
            <a:off x="11802745" y="6498248"/>
            <a:ext cx="0" cy="260350"/>
          </a:xfrm>
          <a:prstGeom prst="straightConnector1">
            <a:avLst/>
          </a:prstGeom>
          <a:noFill/>
          <a:ln w="9525" cap="flat" cmpd="sng">
            <a:solidFill>
              <a:srgbClr val="17428B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8085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7E2266D7-7A33-094B-B198-C964BD357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3746" y="-120920"/>
            <a:ext cx="9301018" cy="6292603"/>
          </a:xfrm>
          <a:prstGeom prst="rect">
            <a:avLst/>
          </a:prstGeom>
        </p:spPr>
      </p:pic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02FE016D-82AA-144C-9BEB-6C7641E4C1DD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DAF2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37DA939-308A-4597-9793-C9E9A974CE6E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Segnaposto data 7">
            <a:extLst>
              <a:ext uri="{FF2B5EF4-FFF2-40B4-BE49-F238E27FC236}">
                <a16:creationId xmlns:a16="http://schemas.microsoft.com/office/drawing/2014/main" id="{FA6D9DE1-66BC-46BD-AA34-23617AA9C41F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5" name="Segnaposto piè di pagina 8">
            <a:extLst>
              <a:ext uri="{FF2B5EF4-FFF2-40B4-BE49-F238E27FC236}">
                <a16:creationId xmlns:a16="http://schemas.microsoft.com/office/drawing/2014/main" id="{F89DCB51-4813-44E7-9DAE-DB8966014287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193EF4F-7929-48F5-9DCF-325B2B7685D9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7" name="Shape 13">
            <a:extLst>
              <a:ext uri="{FF2B5EF4-FFF2-40B4-BE49-F238E27FC236}">
                <a16:creationId xmlns:a16="http://schemas.microsoft.com/office/drawing/2014/main" id="{13145520-2C98-47BB-8396-5BC4190FF8D3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661FF91-1E64-408D-8467-B6CFC2BB78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7562" r="68923"/>
          <a:stretch/>
        </p:blipFill>
        <p:spPr>
          <a:xfrm>
            <a:off x="304810" y="6296025"/>
            <a:ext cx="1412865" cy="3415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8A8C316-4765-4C66-9C43-C643A1A9BD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2053" t="68030" r="36792"/>
          <a:stretch/>
        </p:blipFill>
        <p:spPr>
          <a:xfrm>
            <a:off x="2398168" y="6311949"/>
            <a:ext cx="855737" cy="3904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E4EE4E-E94C-42B4-9C55-2181A704D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1207" t="72041" b="-1"/>
          <a:stretch/>
        </p:blipFill>
        <p:spPr>
          <a:xfrm>
            <a:off x="3996700" y="6345847"/>
            <a:ext cx="854391" cy="29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3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Cia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ABD284CF-5A53-7E4C-A0FF-4F6F5FC5934D}"/>
              </a:ext>
            </a:extLst>
          </p:cNvPr>
          <p:cNvSpPr/>
          <p:nvPr userDrawn="1"/>
        </p:nvSpPr>
        <p:spPr>
          <a:xfrm>
            <a:off x="0" y="6167245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data 7">
            <a:extLst>
              <a:ext uri="{FF2B5EF4-FFF2-40B4-BE49-F238E27FC236}">
                <a16:creationId xmlns:a16="http://schemas.microsoft.com/office/drawing/2014/main" id="{6B8FA853-C8E7-C54C-8B6F-4E6BDB270CEA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93BC1F67-F758-3842-BA3B-779704EBBAD3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Lecturer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 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name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, Company/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Univerisity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 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name</a:t>
            </a:r>
            <a:endParaRPr lang="it-IT">
              <a:solidFill>
                <a:schemeClr val="bg1"/>
              </a:solidFill>
              <a:latin typeface="TIM Sans" panose="02020503040602060503" pitchFamily="18" charset="77"/>
            </a:endParaRP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FC9D4B3B-DA08-D14A-A469-C98FFEDB75D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3E706A71-5D21-9B43-9D04-E97A62E6B13E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B8CC1A6A-2927-6145-A5C7-DC53DF4632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563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40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2EE59C3-2158-4C5C-8F9C-12D4DC8173F3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F56FEBE0-8B4E-4769-9B06-8EC9FCB30F73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F423495D-F89D-49C6-89F6-C7E044B3EBAE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47161C9-66BE-4806-91C1-9180C1A3A822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40CF238A-1C41-4AC9-9070-8F54C8B7D93D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6AA263EC-FE94-FC48-A576-EB5DF4C8D5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312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Gia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0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C0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8770C84-C4A1-4B18-8280-6D4B3C5A55E5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0AE3FDCE-918D-4007-BB01-464A9B573236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A42F6AC0-CAEC-4C31-8598-6B0EB48D7D54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9DD902A-D84E-45EE-A0DF-B635D107DCA1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7B47C9DD-7C78-465D-85EB-90802589E5EE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F77C323C-B55C-7848-8848-79B4755A45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178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Ros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2A0C9D1-2396-410F-A920-FAD1C2A10AD5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457C81E1-3B0B-4493-B5F3-666F46D59EBF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875599AE-43AD-4130-A3AD-F717FAF07D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266FF8C-3CC0-4458-9CAB-9F073955C70C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503FEE4B-E28F-4992-ABAD-13F0AFE7C052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54396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Ve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DAF2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BB51B97-A265-4118-A8E7-67D36A07DC4C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0814D68B-BE4E-4C63-B73A-462911E6E294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ACBBF35D-2BC3-45E0-83BB-E428F1B69D18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53EB5D3-FB71-4345-A864-2458AB9D1F78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17A154B9-8251-413C-AEFC-1632EC7E0943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6D4F2583-BB63-144F-92EC-264C680DA6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229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7">
            <a:extLst>
              <a:ext uri="{FF2B5EF4-FFF2-40B4-BE49-F238E27FC236}">
                <a16:creationId xmlns:a16="http://schemas.microsoft.com/office/drawing/2014/main" id="{E79329A4-E11A-8A4B-6A05-6785ADF2D604}"/>
              </a:ext>
            </a:extLst>
          </p:cNvPr>
          <p:cNvSpPr txBox="1"/>
          <p:nvPr userDrawn="1"/>
        </p:nvSpPr>
        <p:spPr>
          <a:xfrm>
            <a:off x="11226800" y="6447040"/>
            <a:ext cx="678689" cy="128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59"/>
              </a:lnSpc>
            </a:pPr>
            <a:fld id="{9D069B2F-4B80-4BD9-B833-B84155CAE399}" type="slidenum">
              <a:rPr lang="en-US" sz="933" smtClean="0">
                <a:solidFill>
                  <a:srgbClr val="122AC2"/>
                </a:solidFill>
                <a:latin typeface="TIM Sans" panose="02020503040602060503" pitchFamily="18" charset="0"/>
                <a:ea typeface="Arimo"/>
                <a:cs typeface="Arimo"/>
                <a:sym typeface="Arimo"/>
              </a:rPr>
              <a:pPr algn="r">
                <a:lnSpc>
                  <a:spcPts val="959"/>
                </a:lnSpc>
              </a:pPr>
              <a:t>‹#›</a:t>
            </a:fld>
            <a:endParaRPr lang="en-US" sz="933">
              <a:solidFill>
                <a:srgbClr val="122AC2"/>
              </a:solidFill>
              <a:latin typeface="TIM Sans" panose="02020503040602060503" pitchFamily="18" charset="0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203008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64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64" r:id="rId3"/>
    <p:sldLayoutId id="2147483665" r:id="rId4"/>
    <p:sldLayoutId id="2147483659" r:id="rId5"/>
    <p:sldLayoutId id="2147483650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8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134_34C91818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microsoft.com/office/2018/10/relationships/comments" Target="../comments/modernComment_7135_CFADE9C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5">
            <a:extLst>
              <a:ext uri="{FF2B5EF4-FFF2-40B4-BE49-F238E27FC236}">
                <a16:creationId xmlns:a16="http://schemas.microsoft.com/office/drawing/2014/main" id="{077ABD21-9B4B-7E2B-21D5-64D10304170D}"/>
              </a:ext>
            </a:extLst>
          </p:cNvPr>
          <p:cNvSpPr/>
          <p:nvPr/>
        </p:nvSpPr>
        <p:spPr>
          <a:xfrm>
            <a:off x="693228" y="2647265"/>
            <a:ext cx="305673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660"/>
            <a:r>
              <a:rPr lang="en-US" sz="2000" b="1">
                <a:solidFill>
                  <a:prstClr val="white"/>
                </a:solidFill>
                <a:latin typeface="Montserrat Bold" panose="00000800000000000000" pitchFamily="2" charset="0"/>
              </a:rPr>
              <a:t>Postgraduate Course</a:t>
            </a:r>
          </a:p>
          <a:p>
            <a:pPr algn="ctr" defTabSz="609660"/>
            <a:r>
              <a:rPr lang="en-US" sz="2000" b="1">
                <a:solidFill>
                  <a:prstClr val="white"/>
                </a:solidFill>
                <a:latin typeface="Montserrat Bold" panose="00000800000000000000" pitchFamily="2" charset="0"/>
              </a:rPr>
              <a:t>2026</a:t>
            </a:r>
          </a:p>
        </p:txBody>
      </p:sp>
      <p:sp>
        <p:nvSpPr>
          <p:cNvPr id="46" name="Rectangle 20">
            <a:extLst>
              <a:ext uri="{FF2B5EF4-FFF2-40B4-BE49-F238E27FC236}">
                <a16:creationId xmlns:a16="http://schemas.microsoft.com/office/drawing/2014/main" id="{0127B319-7C2D-D35C-CE0E-432ABF833040}"/>
              </a:ext>
            </a:extLst>
          </p:cNvPr>
          <p:cNvSpPr/>
          <p:nvPr/>
        </p:nvSpPr>
        <p:spPr>
          <a:xfrm>
            <a:off x="671150" y="3204531"/>
            <a:ext cx="3173534" cy="3957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60"/>
            <a:r>
              <a:rPr lang="it-IT" sz="1333">
                <a:solidFill>
                  <a:prstClr val="white"/>
                </a:solidFill>
                <a:latin typeface="Montserrat" panose="00000500000000000000" pitchFamily="2" charset="0"/>
              </a:rPr>
              <a:t>https://www.5gacademy.unina.it/</a:t>
            </a:r>
          </a:p>
        </p:txBody>
      </p:sp>
      <p:pic>
        <p:nvPicPr>
          <p:cNvPr id="2" name="Immagine 1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35A9C664-06DD-1608-258F-211AAF7694B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3950854" y="1060806"/>
            <a:ext cx="8113510" cy="5218669"/>
          </a:xfrm>
          <a:prstGeom prst="rect">
            <a:avLst/>
          </a:prstGeom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63737ECD-B85F-080A-2E65-A69458C8BD7E}"/>
              </a:ext>
            </a:extLst>
          </p:cNvPr>
          <p:cNvGrpSpPr/>
          <p:nvPr/>
        </p:nvGrpSpPr>
        <p:grpSpPr>
          <a:xfrm>
            <a:off x="127559" y="400092"/>
            <a:ext cx="7434251" cy="1259234"/>
            <a:chOff x="371318" y="651646"/>
            <a:chExt cx="7434251" cy="1259234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F5FE7BF-8429-A4C6-5E0A-D00043CF4562}"/>
                </a:ext>
              </a:extLst>
            </p:cNvPr>
            <p:cNvSpPr txBox="1"/>
            <p:nvPr/>
          </p:nvSpPr>
          <p:spPr>
            <a:xfrm>
              <a:off x="371318" y="651646"/>
              <a:ext cx="4102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pc="100">
                  <a:solidFill>
                    <a:srgbClr val="4F81BD">
                      <a:lumMod val="40000"/>
                      <a:lumOff val="60000"/>
                    </a:srgbClr>
                  </a:solidFill>
                  <a:latin typeface="Montserrat Medium" panose="00000600000000000000" pitchFamily="2" charset="0"/>
                </a:rPr>
                <a:t>ADVANCED STEM PROGRAM</a:t>
              </a:r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DDC659B1-68BC-1148-716E-CB9C8C05CD79}"/>
                </a:ext>
              </a:extLst>
            </p:cNvPr>
            <p:cNvSpPr txBox="1"/>
            <p:nvPr/>
          </p:nvSpPr>
          <p:spPr>
            <a:xfrm>
              <a:off x="371318" y="801819"/>
              <a:ext cx="64075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4800" b="1" spc="-100">
                  <a:solidFill>
                    <a:prstClr val="white"/>
                  </a:solidFill>
                  <a:latin typeface="Montserrat Bold" panose="00000800000000000000" pitchFamily="2" charset="0"/>
                </a:rPr>
                <a:t>AI-Native Networks:</a:t>
              </a: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C84D910F-8A7B-6284-71D6-8EE7A6299D9D}"/>
                </a:ext>
              </a:extLst>
            </p:cNvPr>
            <p:cNvSpPr txBox="1"/>
            <p:nvPr/>
          </p:nvSpPr>
          <p:spPr>
            <a:xfrm>
              <a:off x="371318" y="1449215"/>
              <a:ext cx="74342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Engineering the </a:t>
              </a:r>
              <a:r>
                <a:rPr lang="it-IT" sz="2400" spc="110" err="1">
                  <a:solidFill>
                    <a:srgbClr val="E6F0FF"/>
                  </a:solidFill>
                  <a:latin typeface="Proxima Nova:"/>
                </a:rPr>
                <a:t>Infrastructure</a:t>
              </a:r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 of the AI Era</a:t>
              </a: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9F89B84-1F31-4568-D686-A106A09A2EF6}"/>
              </a:ext>
            </a:extLst>
          </p:cNvPr>
          <p:cNvGrpSpPr/>
          <p:nvPr/>
        </p:nvGrpSpPr>
        <p:grpSpPr>
          <a:xfrm>
            <a:off x="553704" y="3810946"/>
            <a:ext cx="2628172" cy="1676493"/>
            <a:chOff x="1040621" y="3487333"/>
            <a:chExt cx="2628172" cy="1676493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A51FEE1D-1B7B-888D-38D9-93B0B9331932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19" name="Elemento grafico 18">
              <a:extLst>
                <a:ext uri="{FF2B5EF4-FFF2-40B4-BE49-F238E27FC236}">
                  <a16:creationId xmlns:a16="http://schemas.microsoft.com/office/drawing/2014/main" id="{23A574F8-B2CD-8089-BF51-F06DC77A46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20" name="Elemento grafico 19">
              <a:extLst>
                <a:ext uri="{FF2B5EF4-FFF2-40B4-BE49-F238E27FC236}">
                  <a16:creationId xmlns:a16="http://schemas.microsoft.com/office/drawing/2014/main" id="{65DADA3A-0BE0-8E2A-FBCB-6B447C7369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4032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/>
          <p:cNvSpPr txBox="1"/>
          <p:nvPr/>
        </p:nvSpPr>
        <p:spPr>
          <a:xfrm>
            <a:off x="535710" y="412430"/>
            <a:ext cx="5306290" cy="164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defRPr/>
            </a:pPr>
            <a:r>
              <a:rPr lang="en-US" sz="1067" b="1">
                <a:solidFill>
                  <a:srgbClr val="FFFFFF"/>
                </a:solidFill>
                <a:latin typeface="Montserrat" panose="00000500000000000000" pitchFamily="2" charset="0"/>
                <a:ea typeface="Arimo Bold"/>
                <a:cs typeface="Arimo Bold"/>
                <a:sym typeface="Arimo Bold"/>
              </a:rPr>
              <a:t>5G Academy </a:t>
            </a:r>
            <a:r>
              <a:rPr lang="en-US" sz="1067">
                <a:solidFill>
                  <a:srgbClr val="FFFFFF"/>
                </a:solidFill>
                <a:latin typeface="Montserrat" panose="00000500000000000000" pitchFamily="2" charset="0"/>
                <a:ea typeface="Arimo"/>
                <a:cs typeface="Arimo"/>
                <a:sym typeface="Arimo"/>
              </a:rPr>
              <a:t>Team Group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092192" y="357015"/>
            <a:ext cx="2322777" cy="820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/>
            <a:r>
              <a:rPr lang="en-US" sz="5334">
                <a:solidFill>
                  <a:srgbClr val="FFFFFF"/>
                </a:solidFill>
                <a:latin typeface="Montserrat Medium" panose="00000600000000000000" pitchFamily="2" charset="0"/>
                <a:ea typeface="Arimo"/>
                <a:cs typeface="Arimo"/>
                <a:sym typeface="Arimo"/>
              </a:rPr>
              <a:t>Index</a:t>
            </a:r>
          </a:p>
        </p:txBody>
      </p:sp>
      <p:sp>
        <p:nvSpPr>
          <p:cNvPr id="76" name="Segnaposto testo 1">
            <a:extLst>
              <a:ext uri="{FF2B5EF4-FFF2-40B4-BE49-F238E27FC236}">
                <a16:creationId xmlns:a16="http://schemas.microsoft.com/office/drawing/2014/main" id="{25F98199-D836-9F0B-FDB1-73FAE2C04BFC}"/>
              </a:ext>
            </a:extLst>
          </p:cNvPr>
          <p:cNvSpPr txBox="1">
            <a:spLocks/>
          </p:cNvSpPr>
          <p:nvPr/>
        </p:nvSpPr>
        <p:spPr>
          <a:xfrm>
            <a:off x="6858000" y="1479919"/>
            <a:ext cx="3318933" cy="39475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  <a:defRPr/>
            </a:pPr>
            <a:r>
              <a:rPr lang="it-IT" sz="2400">
                <a:solidFill>
                  <a:srgbClr val="FFFFFF"/>
                </a:solidFill>
                <a:latin typeface="Montserrat" panose="00000500000000000000" pitchFamily="2" charset="0"/>
              </a:rPr>
              <a:t>Title </a:t>
            </a:r>
            <a:r>
              <a:rPr lang="it-IT" sz="2400" err="1">
                <a:solidFill>
                  <a:srgbClr val="FFFFFF"/>
                </a:solidFill>
                <a:latin typeface="Montserrat" panose="00000500000000000000" pitchFamily="2" charset="0"/>
              </a:rPr>
              <a:t>topic</a:t>
            </a:r>
            <a:endParaRPr lang="it-IT" sz="240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77" name="Segnaposto testo 2">
            <a:extLst>
              <a:ext uri="{FF2B5EF4-FFF2-40B4-BE49-F238E27FC236}">
                <a16:creationId xmlns:a16="http://schemas.microsoft.com/office/drawing/2014/main" id="{085D61F7-5578-28C0-171C-32F94464F826}"/>
              </a:ext>
            </a:extLst>
          </p:cNvPr>
          <p:cNvSpPr txBox="1">
            <a:spLocks/>
          </p:cNvSpPr>
          <p:nvPr/>
        </p:nvSpPr>
        <p:spPr>
          <a:xfrm>
            <a:off x="6858000" y="2479012"/>
            <a:ext cx="3318933" cy="39475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  <a:defRPr/>
            </a:pPr>
            <a:r>
              <a:rPr lang="it-IT" sz="2400">
                <a:solidFill>
                  <a:srgbClr val="FFFFFF"/>
                </a:solidFill>
                <a:latin typeface="Montserrat" panose="00000500000000000000" pitchFamily="2" charset="0"/>
              </a:rPr>
              <a:t>Title </a:t>
            </a:r>
            <a:r>
              <a:rPr lang="it-IT" sz="2400" err="1">
                <a:solidFill>
                  <a:srgbClr val="FFFFFF"/>
                </a:solidFill>
                <a:latin typeface="Montserrat" panose="00000500000000000000" pitchFamily="2" charset="0"/>
              </a:rPr>
              <a:t>topic</a:t>
            </a:r>
            <a:endParaRPr lang="it-IT" sz="240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78" name="Segnaposto testo 3">
            <a:extLst>
              <a:ext uri="{FF2B5EF4-FFF2-40B4-BE49-F238E27FC236}">
                <a16:creationId xmlns:a16="http://schemas.microsoft.com/office/drawing/2014/main" id="{24C92814-F2B7-1EF7-BB0D-A6C844D825FE}"/>
              </a:ext>
            </a:extLst>
          </p:cNvPr>
          <p:cNvSpPr txBox="1">
            <a:spLocks/>
          </p:cNvSpPr>
          <p:nvPr/>
        </p:nvSpPr>
        <p:spPr>
          <a:xfrm>
            <a:off x="6858000" y="3478105"/>
            <a:ext cx="3318933" cy="39475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  <a:defRPr/>
            </a:pPr>
            <a:r>
              <a:rPr lang="it-IT" sz="2400">
                <a:solidFill>
                  <a:srgbClr val="FFFFFF"/>
                </a:solidFill>
                <a:latin typeface="Montserrat" panose="00000500000000000000" pitchFamily="2" charset="0"/>
              </a:rPr>
              <a:t>Title </a:t>
            </a:r>
            <a:r>
              <a:rPr lang="it-IT" sz="2400" err="1">
                <a:solidFill>
                  <a:srgbClr val="FFFFFF"/>
                </a:solidFill>
                <a:latin typeface="Montserrat" panose="00000500000000000000" pitchFamily="2" charset="0"/>
              </a:rPr>
              <a:t>topic</a:t>
            </a:r>
            <a:endParaRPr lang="it-IT" sz="240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79" name="Segnaposto testo 4">
            <a:extLst>
              <a:ext uri="{FF2B5EF4-FFF2-40B4-BE49-F238E27FC236}">
                <a16:creationId xmlns:a16="http://schemas.microsoft.com/office/drawing/2014/main" id="{C94F6FD8-18F8-DCE8-A597-2279D39CFE8E}"/>
              </a:ext>
            </a:extLst>
          </p:cNvPr>
          <p:cNvSpPr txBox="1">
            <a:spLocks/>
          </p:cNvSpPr>
          <p:nvPr/>
        </p:nvSpPr>
        <p:spPr>
          <a:xfrm>
            <a:off x="6858000" y="4477197"/>
            <a:ext cx="3318933" cy="39475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TIM Sans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  <a:defRPr/>
            </a:pPr>
            <a:r>
              <a:rPr lang="it-IT" sz="2400">
                <a:solidFill>
                  <a:srgbClr val="FFFFFF"/>
                </a:solidFill>
                <a:latin typeface="Montserrat" panose="00000500000000000000" pitchFamily="2" charset="0"/>
              </a:rPr>
              <a:t>Title </a:t>
            </a:r>
            <a:r>
              <a:rPr lang="it-IT" sz="2400" err="1">
                <a:solidFill>
                  <a:srgbClr val="FFFFFF"/>
                </a:solidFill>
                <a:latin typeface="Montserrat" panose="00000500000000000000" pitchFamily="2" charset="0"/>
              </a:rPr>
              <a:t>topic</a:t>
            </a:r>
            <a:endParaRPr lang="it-IT" sz="240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80" name="Segnaposto testo 5">
            <a:extLst>
              <a:ext uri="{FF2B5EF4-FFF2-40B4-BE49-F238E27FC236}">
                <a16:creationId xmlns:a16="http://schemas.microsoft.com/office/drawing/2014/main" id="{E10EE71D-E0F6-88C1-6D64-7CFACB5EEFAA}"/>
              </a:ext>
            </a:extLst>
          </p:cNvPr>
          <p:cNvSpPr txBox="1">
            <a:spLocks/>
          </p:cNvSpPr>
          <p:nvPr/>
        </p:nvSpPr>
        <p:spPr>
          <a:xfrm>
            <a:off x="6130779" y="1421949"/>
            <a:ext cx="482384" cy="519351"/>
          </a:xfrm>
          <a:prstGeom prst="ellipse">
            <a:avLst/>
          </a:prstGeom>
          <a:solidFill>
            <a:srgbClr val="FFFFFF"/>
          </a:solidFill>
        </p:spPr>
        <p:txBody>
          <a:bodyPr wrap="none" lIns="0" tIns="0" rIns="0" bIns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 Sans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lnSpc>
                <a:spcPct val="100000"/>
              </a:lnSpc>
              <a:spcBef>
                <a:spcPts val="0"/>
              </a:spcBef>
              <a:defRPr/>
            </a:pPr>
            <a:r>
              <a:rPr lang="it-IT" sz="2400">
                <a:solidFill>
                  <a:srgbClr val="0033A1"/>
                </a:solidFill>
              </a:rPr>
              <a:t>01</a:t>
            </a:r>
          </a:p>
        </p:txBody>
      </p:sp>
      <p:sp>
        <p:nvSpPr>
          <p:cNvPr id="81" name="Segnaposto testo 6">
            <a:extLst>
              <a:ext uri="{FF2B5EF4-FFF2-40B4-BE49-F238E27FC236}">
                <a16:creationId xmlns:a16="http://schemas.microsoft.com/office/drawing/2014/main" id="{5C747978-BB32-B0F7-2ACC-CEACC7A58F6C}"/>
              </a:ext>
            </a:extLst>
          </p:cNvPr>
          <p:cNvSpPr txBox="1">
            <a:spLocks/>
          </p:cNvSpPr>
          <p:nvPr/>
        </p:nvSpPr>
        <p:spPr>
          <a:xfrm>
            <a:off x="6124768" y="2420555"/>
            <a:ext cx="482384" cy="519351"/>
          </a:xfrm>
          <a:prstGeom prst="ellipse">
            <a:avLst/>
          </a:prstGeom>
          <a:solidFill>
            <a:srgbClr val="FFFFFF"/>
          </a:solidFill>
        </p:spPr>
        <p:txBody>
          <a:bodyPr wrap="none" lIns="0" tIns="0" rIns="0" bIns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 Sans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lnSpc>
                <a:spcPct val="100000"/>
              </a:lnSpc>
              <a:spcBef>
                <a:spcPts val="0"/>
              </a:spcBef>
              <a:defRPr/>
            </a:pPr>
            <a:r>
              <a:rPr lang="it-IT" sz="2400">
                <a:solidFill>
                  <a:srgbClr val="0033A1"/>
                </a:solidFill>
              </a:rPr>
              <a:t>02</a:t>
            </a:r>
          </a:p>
        </p:txBody>
      </p:sp>
      <p:sp>
        <p:nvSpPr>
          <p:cNvPr id="82" name="Segnaposto testo 7">
            <a:extLst>
              <a:ext uri="{FF2B5EF4-FFF2-40B4-BE49-F238E27FC236}">
                <a16:creationId xmlns:a16="http://schemas.microsoft.com/office/drawing/2014/main" id="{356CAF12-4FA3-4897-8CFD-698F96E4EF25}"/>
              </a:ext>
            </a:extLst>
          </p:cNvPr>
          <p:cNvSpPr txBox="1">
            <a:spLocks/>
          </p:cNvSpPr>
          <p:nvPr/>
        </p:nvSpPr>
        <p:spPr>
          <a:xfrm>
            <a:off x="6125519" y="3419161"/>
            <a:ext cx="482384" cy="519351"/>
          </a:xfrm>
          <a:prstGeom prst="ellipse">
            <a:avLst/>
          </a:prstGeom>
          <a:solidFill>
            <a:srgbClr val="FFFFFF"/>
          </a:solidFill>
        </p:spPr>
        <p:txBody>
          <a:bodyPr wrap="none" lIns="0" tIns="0" rIns="0" bIns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 Sans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lnSpc>
                <a:spcPct val="100000"/>
              </a:lnSpc>
              <a:spcBef>
                <a:spcPts val="0"/>
              </a:spcBef>
              <a:defRPr/>
            </a:pPr>
            <a:r>
              <a:rPr lang="it-IT" sz="2400">
                <a:solidFill>
                  <a:srgbClr val="0033A1"/>
                </a:solidFill>
              </a:rPr>
              <a:t>03</a:t>
            </a:r>
          </a:p>
        </p:txBody>
      </p:sp>
      <p:sp>
        <p:nvSpPr>
          <p:cNvPr id="83" name="Segnaposto testo 8">
            <a:extLst>
              <a:ext uri="{FF2B5EF4-FFF2-40B4-BE49-F238E27FC236}">
                <a16:creationId xmlns:a16="http://schemas.microsoft.com/office/drawing/2014/main" id="{69F398C5-C28D-E712-640F-5374DEC27962}"/>
              </a:ext>
            </a:extLst>
          </p:cNvPr>
          <p:cNvSpPr txBox="1">
            <a:spLocks/>
          </p:cNvSpPr>
          <p:nvPr/>
        </p:nvSpPr>
        <p:spPr>
          <a:xfrm>
            <a:off x="6115000" y="4417767"/>
            <a:ext cx="482384" cy="519351"/>
          </a:xfrm>
          <a:prstGeom prst="ellipse">
            <a:avLst/>
          </a:prstGeom>
          <a:solidFill>
            <a:srgbClr val="FFFFFF"/>
          </a:solidFill>
        </p:spPr>
        <p:txBody>
          <a:bodyPr wrap="none" lIns="0" tIns="0" rIns="0" bIns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 Sans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lnSpc>
                <a:spcPct val="100000"/>
              </a:lnSpc>
              <a:spcBef>
                <a:spcPts val="0"/>
              </a:spcBef>
              <a:defRPr/>
            </a:pPr>
            <a:r>
              <a:rPr lang="it-IT" sz="2400">
                <a:solidFill>
                  <a:srgbClr val="0033A1"/>
                </a:solidFill>
              </a:rPr>
              <a:t>04</a:t>
            </a:r>
          </a:p>
        </p:txBody>
      </p:sp>
      <p:sp>
        <p:nvSpPr>
          <p:cNvPr id="86" name="TextBox 37">
            <a:extLst>
              <a:ext uri="{FF2B5EF4-FFF2-40B4-BE49-F238E27FC236}">
                <a16:creationId xmlns:a16="http://schemas.microsoft.com/office/drawing/2014/main" id="{1CAF16B7-2FB4-86D0-1A34-76AB7585B548}"/>
              </a:ext>
            </a:extLst>
          </p:cNvPr>
          <p:cNvSpPr txBox="1"/>
          <p:nvPr/>
        </p:nvSpPr>
        <p:spPr>
          <a:xfrm>
            <a:off x="11226800" y="6447040"/>
            <a:ext cx="678689" cy="128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defTabSz="609630">
              <a:lnSpc>
                <a:spcPts val="959"/>
              </a:lnSpc>
            </a:pPr>
            <a:fld id="{9D069B2F-4B80-4BD9-B833-B84155CAE399}" type="slidenum">
              <a:rPr lang="en-US" sz="933">
                <a:solidFill>
                  <a:prstClr val="white"/>
                </a:solidFill>
                <a:latin typeface="TIM Sans" panose="02020503040602060503" pitchFamily="18" charset="0"/>
                <a:ea typeface="Arimo"/>
                <a:cs typeface="Arimo"/>
                <a:sym typeface="Arimo"/>
              </a:rPr>
              <a:pPr algn="r" defTabSz="609630">
                <a:lnSpc>
                  <a:spcPts val="959"/>
                </a:lnSpc>
              </a:pPr>
              <a:t>2</a:t>
            </a:fld>
            <a:endParaRPr lang="en-US" sz="933">
              <a:solidFill>
                <a:prstClr val="white"/>
              </a:solidFill>
              <a:latin typeface="TIM Sans" panose="02020503040602060503" pitchFamily="18" charset="0"/>
              <a:ea typeface="Arimo"/>
              <a:cs typeface="Arimo"/>
              <a:sym typeface="Arimo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19BB1831-2052-6BA9-74AF-6612EF0ACDC6}"/>
              </a:ext>
            </a:extLst>
          </p:cNvPr>
          <p:cNvGrpSpPr/>
          <p:nvPr/>
        </p:nvGrpSpPr>
        <p:grpSpPr>
          <a:xfrm>
            <a:off x="671150" y="4977016"/>
            <a:ext cx="2628172" cy="1676493"/>
            <a:chOff x="1040621" y="3487333"/>
            <a:chExt cx="2628172" cy="1676493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EF9287E2-D914-EAB9-D091-E328BC7D5CE8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4" name="Elemento grafico 3">
              <a:extLst>
                <a:ext uri="{FF2B5EF4-FFF2-40B4-BE49-F238E27FC236}">
                  <a16:creationId xmlns:a16="http://schemas.microsoft.com/office/drawing/2014/main" id="{EA722B40-A099-F9DA-1BD5-5620CD7EC3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5" name="Elemento grafico 4">
              <a:extLst>
                <a:ext uri="{FF2B5EF4-FFF2-40B4-BE49-F238E27FC236}">
                  <a16:creationId xmlns:a16="http://schemas.microsoft.com/office/drawing/2014/main" id="{A730C933-14BD-7923-1550-12D3D151CB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  <p:pic>
        <p:nvPicPr>
          <p:cNvPr id="6" name="Immagine 5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FD2FBD41-663B-6BDB-5566-7744D38AF50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535710" y="1945624"/>
            <a:ext cx="4032779" cy="25939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E6AC45B5-ACF4-490C-9F51-BF358B5B49A1}"/>
              </a:ext>
            </a:extLst>
          </p:cNvPr>
          <p:cNvSpPr/>
          <p:nvPr/>
        </p:nvSpPr>
        <p:spPr>
          <a:xfrm>
            <a:off x="-4238" y="-16778"/>
            <a:ext cx="5850651" cy="5630779"/>
          </a:xfrm>
          <a:prstGeom prst="rect">
            <a:avLst/>
          </a:prstGeom>
          <a:solidFill>
            <a:srgbClr val="1742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anose="00000500000000000000" pitchFamily="2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2727F6D-66F1-ED4D-AE67-1BB2C84941AF}"/>
              </a:ext>
            </a:extLst>
          </p:cNvPr>
          <p:cNvSpPr/>
          <p:nvPr/>
        </p:nvSpPr>
        <p:spPr>
          <a:xfrm>
            <a:off x="564292" y="743118"/>
            <a:ext cx="473675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600" err="1">
                <a:solidFill>
                  <a:schemeClr val="bg1"/>
                </a:solidFill>
                <a:latin typeface="Montserrat" panose="00000500000000000000" pitchFamily="2" charset="0"/>
              </a:rPr>
              <a:t>Quis</a:t>
            </a:r>
            <a:r>
              <a:rPr lang="it-IT" sz="3600">
                <a:solidFill>
                  <a:schemeClr val="bg1"/>
                </a:solidFill>
                <a:latin typeface="Montserrat" panose="00000500000000000000" pitchFamily="2" charset="0"/>
              </a:rPr>
              <a:t> nostrum </a:t>
            </a:r>
            <a:r>
              <a:rPr lang="it-IT" sz="3600" err="1">
                <a:solidFill>
                  <a:schemeClr val="bg1"/>
                </a:solidFill>
                <a:latin typeface="Montserrat" panose="00000500000000000000" pitchFamily="2" charset="0"/>
              </a:rPr>
              <a:t>exercitationem</a:t>
            </a:r>
            <a:r>
              <a:rPr lang="it-IT" sz="360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it-IT" sz="3600" err="1">
                <a:solidFill>
                  <a:schemeClr val="bg1"/>
                </a:solidFill>
                <a:latin typeface="Montserrat" panose="00000500000000000000" pitchFamily="2" charset="0"/>
              </a:rPr>
              <a:t>ullamco</a:t>
            </a:r>
            <a:r>
              <a:rPr lang="it-IT" sz="360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it-IT" sz="3600" err="1">
                <a:solidFill>
                  <a:schemeClr val="bg1"/>
                </a:solidFill>
                <a:latin typeface="Montserrat" panose="00000500000000000000" pitchFamily="2" charset="0"/>
              </a:rPr>
              <a:t>laboriosam</a:t>
            </a:r>
            <a:r>
              <a:rPr lang="it-IT" sz="360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  <a:endParaRPr lang="it-IT" sz="3600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Segnaposto testo 19">
            <a:extLst>
              <a:ext uri="{FF2B5EF4-FFF2-40B4-BE49-F238E27FC236}">
                <a16:creationId xmlns:a16="http://schemas.microsoft.com/office/drawing/2014/main" id="{811E2E0E-DD34-5B49-820D-4EDF87E75DD1}"/>
              </a:ext>
            </a:extLst>
          </p:cNvPr>
          <p:cNvSpPr txBox="1">
            <a:spLocks/>
          </p:cNvSpPr>
          <p:nvPr/>
        </p:nvSpPr>
        <p:spPr>
          <a:xfrm>
            <a:off x="764098" y="3102668"/>
            <a:ext cx="4213654" cy="1152587"/>
          </a:xfrm>
          <a:prstGeom prst="rect">
            <a:avLst/>
          </a:prstGeom>
          <a:solidFill>
            <a:srgbClr val="3399FF"/>
          </a:solidFill>
        </p:spPr>
        <p:txBody>
          <a:bodyPr wrap="square" lIns="108000" tIns="144000" rIns="144000" bIns="14400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rgbClr val="A0A0A0"/>
                </a:solidFill>
                <a:latin typeface="TIM Sans" panose="00000500000000000000" pitchFamily="50" charset="0"/>
                <a:ea typeface="+mn-ea"/>
                <a:cs typeface="Arial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33" kern="1200" baseline="0">
                <a:solidFill>
                  <a:schemeClr val="accent6"/>
                </a:solidFill>
                <a:latin typeface="Franklin Gothic Medium"/>
                <a:ea typeface="+mn-ea"/>
                <a:cs typeface="+mn-cs"/>
              </a:defRPr>
            </a:lvl2pPr>
            <a:lvl3pPr mar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33" kern="1200" baseline="0">
                <a:solidFill>
                  <a:schemeClr val="accent6"/>
                </a:solidFill>
                <a:latin typeface="Franklin Gothic Medium"/>
                <a:ea typeface="+mn-ea"/>
                <a:cs typeface="+mn-cs"/>
              </a:defRPr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33" kern="1200" baseline="0">
                <a:solidFill>
                  <a:schemeClr val="accent6"/>
                </a:solidFill>
                <a:latin typeface="Franklin Gothic Medium"/>
                <a:ea typeface="+mn-ea"/>
                <a:cs typeface="+mn-cs"/>
              </a:defRPr>
            </a:lvl4pPr>
            <a:lvl5pPr mar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33" kern="1200" baseline="0">
                <a:solidFill>
                  <a:schemeClr val="accent6"/>
                </a:solidFill>
                <a:latin typeface="Franklin Gothic Medium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it-IT" sz="1400" dirty="0">
                <a:solidFill>
                  <a:schemeClr val="bg1"/>
                </a:solidFill>
                <a:latin typeface="Montserrat" panose="00000500000000000000" pitchFamily="2" charset="0"/>
              </a:rPr>
              <a:t>Lorem ipsum dolor sit amet, consectetur adipisci elit, sed do eiusmod tempor incidunt ut labore</a:t>
            </a:r>
          </a:p>
          <a:p>
            <a:pPr>
              <a:buNone/>
            </a:pPr>
            <a:r>
              <a:rPr lang="it-IT" sz="1400" dirty="0">
                <a:solidFill>
                  <a:schemeClr val="bg1"/>
                </a:solidFill>
                <a:latin typeface="Montserrat" panose="00000500000000000000" pitchFamily="2" charset="0"/>
              </a:rPr>
              <a:t>et dolore magna aliqua.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B5E0AEE9-DAA4-D943-A49C-7A7DCBF95941}"/>
              </a:ext>
            </a:extLst>
          </p:cNvPr>
          <p:cNvGrpSpPr/>
          <p:nvPr/>
        </p:nvGrpSpPr>
        <p:grpSpPr>
          <a:xfrm>
            <a:off x="6095999" y="878283"/>
            <a:ext cx="2408195" cy="2210905"/>
            <a:chOff x="6095999" y="878283"/>
            <a:chExt cx="2408195" cy="2210905"/>
          </a:xfrm>
        </p:grpSpPr>
        <p:grpSp>
          <p:nvGrpSpPr>
            <p:cNvPr id="19" name="Gruppo 18">
              <a:extLst>
                <a:ext uri="{FF2B5EF4-FFF2-40B4-BE49-F238E27FC236}">
                  <a16:creationId xmlns:a16="http://schemas.microsoft.com/office/drawing/2014/main" id="{68F15327-3281-1644-B816-E2E092E9D480}"/>
                </a:ext>
              </a:extLst>
            </p:cNvPr>
            <p:cNvGrpSpPr/>
            <p:nvPr/>
          </p:nvGrpSpPr>
          <p:grpSpPr>
            <a:xfrm>
              <a:off x="6095999" y="878283"/>
              <a:ext cx="954515" cy="954515"/>
              <a:chOff x="643437" y="1923708"/>
              <a:chExt cx="954515" cy="954515"/>
            </a:xfrm>
          </p:grpSpPr>
          <p:sp>
            <p:nvSpPr>
              <p:cNvPr id="21" name="Rettangolo 20">
                <a:extLst>
                  <a:ext uri="{FF2B5EF4-FFF2-40B4-BE49-F238E27FC236}">
                    <a16:creationId xmlns:a16="http://schemas.microsoft.com/office/drawing/2014/main" id="{4B9AD76F-C34E-5843-B80E-8690BECC8144}"/>
                  </a:ext>
                </a:extLst>
              </p:cNvPr>
              <p:cNvSpPr/>
              <p:nvPr/>
            </p:nvSpPr>
            <p:spPr>
              <a:xfrm>
                <a:off x="643437" y="1923708"/>
                <a:ext cx="954515" cy="954515"/>
              </a:xfrm>
              <a:prstGeom prst="rect">
                <a:avLst/>
              </a:prstGeom>
              <a:solidFill>
                <a:srgbClr val="3D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Montserrat" panose="00000500000000000000" pitchFamily="2" charset="0"/>
                </a:endParaRPr>
              </a:p>
            </p:txBody>
          </p:sp>
          <p:pic>
            <p:nvPicPr>
              <p:cNvPr id="22" name="Elemento grafico 21">
                <a:extLst>
                  <a:ext uri="{FF2B5EF4-FFF2-40B4-BE49-F238E27FC236}">
                    <a16:creationId xmlns:a16="http://schemas.microsoft.com/office/drawing/2014/main" id="{F7AB4FAC-CD4E-BC40-B629-85D54F1841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4451" y="1942288"/>
                <a:ext cx="694392" cy="867990"/>
              </a:xfrm>
              <a:prstGeom prst="rect">
                <a:avLst/>
              </a:prstGeom>
            </p:spPr>
          </p:pic>
        </p:grpSp>
        <p:sp>
          <p:nvSpPr>
            <p:cNvPr id="23" name="Segnaposto testo 19">
              <a:extLst>
                <a:ext uri="{FF2B5EF4-FFF2-40B4-BE49-F238E27FC236}">
                  <a16:creationId xmlns:a16="http://schemas.microsoft.com/office/drawing/2014/main" id="{715B7331-5351-084D-9693-B641A83F6F97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2120472"/>
              <a:ext cx="2408194" cy="968716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b="0" i="0" kern="1200" baseline="0">
                  <a:solidFill>
                    <a:srgbClr val="A0A0A0"/>
                  </a:solidFill>
                  <a:latin typeface="TIM Sans" panose="00000500000000000000" pitchFamily="50" charset="0"/>
                  <a:ea typeface="+mn-ea"/>
                  <a:cs typeface="Arial"/>
                </a:defRPr>
              </a:lvl1pPr>
              <a:lvl2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2pPr>
              <a:lvl3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3pPr>
              <a:lvl4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4pPr>
              <a:lvl5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it-IT" sz="1200">
                  <a:solidFill>
                    <a:srgbClr val="104392"/>
                  </a:solidFill>
                  <a:latin typeface="Montserrat" panose="00000500000000000000" pitchFamily="2" charset="0"/>
                </a:rPr>
                <a:t>Ut enim ad minim veniam, quis nostrum exercitationem ullamco laboriosam, nisi ut aliquid ex ea commodi consequatur.</a:t>
              </a:r>
              <a:endParaRPr lang="en-US" sz="1200">
                <a:solidFill>
                  <a:srgbClr val="104392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3C2240A4-E884-464D-AC65-8BA23B9F8EBA}"/>
              </a:ext>
            </a:extLst>
          </p:cNvPr>
          <p:cNvGrpSpPr/>
          <p:nvPr/>
        </p:nvGrpSpPr>
        <p:grpSpPr>
          <a:xfrm>
            <a:off x="8977870" y="839664"/>
            <a:ext cx="2408195" cy="2249524"/>
            <a:chOff x="8977870" y="839664"/>
            <a:chExt cx="2408195" cy="2249524"/>
          </a:xfrm>
        </p:grpSpPr>
        <p:sp>
          <p:nvSpPr>
            <p:cNvPr id="27" name="Segnaposto testo 19">
              <a:extLst>
                <a:ext uri="{FF2B5EF4-FFF2-40B4-BE49-F238E27FC236}">
                  <a16:creationId xmlns:a16="http://schemas.microsoft.com/office/drawing/2014/main" id="{31B2F9D2-9C62-6248-826C-1544F58F3C90}"/>
                </a:ext>
              </a:extLst>
            </p:cNvPr>
            <p:cNvSpPr txBox="1">
              <a:spLocks/>
            </p:cNvSpPr>
            <p:nvPr/>
          </p:nvSpPr>
          <p:spPr>
            <a:xfrm>
              <a:off x="8977871" y="2120472"/>
              <a:ext cx="2408194" cy="968716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b="0" i="0" kern="1200" baseline="0">
                  <a:solidFill>
                    <a:srgbClr val="A0A0A0"/>
                  </a:solidFill>
                  <a:latin typeface="TIM Sans" panose="00000500000000000000" pitchFamily="50" charset="0"/>
                  <a:ea typeface="+mn-ea"/>
                  <a:cs typeface="Arial"/>
                </a:defRPr>
              </a:lvl1pPr>
              <a:lvl2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2pPr>
              <a:lvl3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3pPr>
              <a:lvl4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4pPr>
              <a:lvl5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it-IT" sz="1200">
                  <a:solidFill>
                    <a:srgbClr val="104392"/>
                  </a:solidFill>
                  <a:latin typeface="Montserrat" panose="00000500000000000000" pitchFamily="2" charset="0"/>
                </a:rPr>
                <a:t>Ut enim ad minim veniam, quis nostrum exercitationem ullamco laboriosam.</a:t>
              </a:r>
              <a:endParaRPr lang="en-US" sz="1200">
                <a:solidFill>
                  <a:srgbClr val="104392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41" name="Gruppo 40">
              <a:extLst>
                <a:ext uri="{FF2B5EF4-FFF2-40B4-BE49-F238E27FC236}">
                  <a16:creationId xmlns:a16="http://schemas.microsoft.com/office/drawing/2014/main" id="{8F8A665A-3813-EC47-AA6C-922AAE3A0617}"/>
                </a:ext>
              </a:extLst>
            </p:cNvPr>
            <p:cNvGrpSpPr/>
            <p:nvPr/>
          </p:nvGrpSpPr>
          <p:grpSpPr>
            <a:xfrm>
              <a:off x="8977870" y="839664"/>
              <a:ext cx="954515" cy="1007141"/>
              <a:chOff x="9076724" y="839664"/>
              <a:chExt cx="954515" cy="1007141"/>
            </a:xfrm>
          </p:grpSpPr>
          <p:sp>
            <p:nvSpPr>
              <p:cNvPr id="25" name="Rettangolo 24">
                <a:extLst>
                  <a:ext uri="{FF2B5EF4-FFF2-40B4-BE49-F238E27FC236}">
                    <a16:creationId xmlns:a16="http://schemas.microsoft.com/office/drawing/2014/main" id="{19757152-12C0-E24B-8CB5-3F2F23F5FAE2}"/>
                  </a:ext>
                </a:extLst>
              </p:cNvPr>
              <p:cNvSpPr/>
              <p:nvPr/>
            </p:nvSpPr>
            <p:spPr>
              <a:xfrm>
                <a:off x="9076724" y="878283"/>
                <a:ext cx="954515" cy="954515"/>
              </a:xfrm>
              <a:prstGeom prst="rect">
                <a:avLst/>
              </a:prstGeom>
              <a:solidFill>
                <a:srgbClr val="01AB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Montserrat" panose="00000500000000000000" pitchFamily="2" charset="0"/>
                </a:endParaRPr>
              </a:p>
            </p:txBody>
          </p:sp>
          <p:pic>
            <p:nvPicPr>
              <p:cNvPr id="5" name="Elemento grafico 4">
                <a:extLst>
                  <a:ext uri="{FF2B5EF4-FFF2-40B4-BE49-F238E27FC236}">
                    <a16:creationId xmlns:a16="http://schemas.microsoft.com/office/drawing/2014/main" id="{7C7DE239-34B3-8749-B6CD-EF45B0879F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175838" y="839664"/>
                <a:ext cx="805713" cy="1007141"/>
              </a:xfrm>
              <a:prstGeom prst="rect">
                <a:avLst/>
              </a:prstGeom>
            </p:spPr>
          </p:pic>
        </p:grp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2D126E02-1DF4-2F4F-9449-B7C48B421EB9}"/>
              </a:ext>
            </a:extLst>
          </p:cNvPr>
          <p:cNvGrpSpPr/>
          <p:nvPr/>
        </p:nvGrpSpPr>
        <p:grpSpPr>
          <a:xfrm>
            <a:off x="6095999" y="3303015"/>
            <a:ext cx="2408195" cy="2226208"/>
            <a:chOff x="6095999" y="3303015"/>
            <a:chExt cx="2408195" cy="2226208"/>
          </a:xfrm>
        </p:grpSpPr>
        <p:sp>
          <p:nvSpPr>
            <p:cNvPr id="31" name="Segnaposto testo 19">
              <a:extLst>
                <a:ext uri="{FF2B5EF4-FFF2-40B4-BE49-F238E27FC236}">
                  <a16:creationId xmlns:a16="http://schemas.microsoft.com/office/drawing/2014/main" id="{FC11704B-258C-F149-96D1-098EFA1973D0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4560507"/>
              <a:ext cx="2408194" cy="968716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b="0" i="0" kern="1200" baseline="0">
                  <a:solidFill>
                    <a:srgbClr val="A0A0A0"/>
                  </a:solidFill>
                  <a:latin typeface="TIM Sans" panose="00000500000000000000" pitchFamily="50" charset="0"/>
                  <a:ea typeface="+mn-ea"/>
                  <a:cs typeface="Arial"/>
                </a:defRPr>
              </a:lvl1pPr>
              <a:lvl2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2pPr>
              <a:lvl3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3pPr>
              <a:lvl4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4pPr>
              <a:lvl5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it-IT" sz="1200">
                  <a:solidFill>
                    <a:srgbClr val="104392"/>
                  </a:solidFill>
                  <a:latin typeface="Montserrat" panose="00000500000000000000" pitchFamily="2" charset="0"/>
                </a:rPr>
                <a:t>Ut enim ad minim veniam, quis nostrum exercitationem.</a:t>
              </a:r>
              <a:endParaRPr lang="en-US" sz="1200">
                <a:solidFill>
                  <a:srgbClr val="104392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42" name="Gruppo 41">
              <a:extLst>
                <a:ext uri="{FF2B5EF4-FFF2-40B4-BE49-F238E27FC236}">
                  <a16:creationId xmlns:a16="http://schemas.microsoft.com/office/drawing/2014/main" id="{1C9C12ED-2AE9-EB4A-B738-19ACC6685581}"/>
                </a:ext>
              </a:extLst>
            </p:cNvPr>
            <p:cNvGrpSpPr/>
            <p:nvPr/>
          </p:nvGrpSpPr>
          <p:grpSpPr>
            <a:xfrm>
              <a:off x="6095999" y="3303015"/>
              <a:ext cx="954515" cy="985119"/>
              <a:chOff x="6095999" y="3410886"/>
              <a:chExt cx="954515" cy="985119"/>
            </a:xfrm>
          </p:grpSpPr>
          <p:sp>
            <p:nvSpPr>
              <p:cNvPr id="29" name="Rettangolo 28">
                <a:extLst>
                  <a:ext uri="{FF2B5EF4-FFF2-40B4-BE49-F238E27FC236}">
                    <a16:creationId xmlns:a16="http://schemas.microsoft.com/office/drawing/2014/main" id="{5D57318D-15DB-7E42-9925-B7701E292089}"/>
                  </a:ext>
                </a:extLst>
              </p:cNvPr>
              <p:cNvSpPr/>
              <p:nvPr/>
            </p:nvSpPr>
            <p:spPr>
              <a:xfrm>
                <a:off x="6095999" y="3426189"/>
                <a:ext cx="954515" cy="954515"/>
              </a:xfrm>
              <a:prstGeom prst="rect">
                <a:avLst/>
              </a:prstGeom>
              <a:solidFill>
                <a:srgbClr val="6FCC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Montserrat" panose="00000500000000000000" pitchFamily="2" charset="0"/>
                </a:endParaRPr>
              </a:p>
            </p:txBody>
          </p:sp>
          <p:pic>
            <p:nvPicPr>
              <p:cNvPr id="7" name="Elemento grafico 6">
                <a:extLst>
                  <a:ext uri="{FF2B5EF4-FFF2-40B4-BE49-F238E27FC236}">
                    <a16:creationId xmlns:a16="http://schemas.microsoft.com/office/drawing/2014/main" id="{F283CC3C-3280-9342-B0A8-2959EB0ED0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186373" y="3410886"/>
                <a:ext cx="795673" cy="985119"/>
              </a:xfrm>
              <a:prstGeom prst="rect">
                <a:avLst/>
              </a:prstGeom>
            </p:spPr>
          </p:pic>
        </p:grpSp>
      </p:grpSp>
      <p:grpSp>
        <p:nvGrpSpPr>
          <p:cNvPr id="9" name="Gruppo 8">
            <a:extLst>
              <a:ext uri="{FF2B5EF4-FFF2-40B4-BE49-F238E27FC236}">
                <a16:creationId xmlns:a16="http://schemas.microsoft.com/office/drawing/2014/main" id="{5D328237-EE64-7042-A8A8-7FA09E7738F2}"/>
              </a:ext>
            </a:extLst>
          </p:cNvPr>
          <p:cNvGrpSpPr/>
          <p:nvPr/>
        </p:nvGrpSpPr>
        <p:grpSpPr>
          <a:xfrm>
            <a:off x="8977870" y="3318318"/>
            <a:ext cx="2408195" cy="2210905"/>
            <a:chOff x="8977870" y="3318318"/>
            <a:chExt cx="2408195" cy="2210905"/>
          </a:xfrm>
        </p:grpSpPr>
        <p:sp>
          <p:nvSpPr>
            <p:cNvPr id="35" name="Segnaposto testo 19">
              <a:extLst>
                <a:ext uri="{FF2B5EF4-FFF2-40B4-BE49-F238E27FC236}">
                  <a16:creationId xmlns:a16="http://schemas.microsoft.com/office/drawing/2014/main" id="{F9281459-7198-104E-A425-ABB076E39239}"/>
                </a:ext>
              </a:extLst>
            </p:cNvPr>
            <p:cNvSpPr txBox="1">
              <a:spLocks/>
            </p:cNvSpPr>
            <p:nvPr/>
          </p:nvSpPr>
          <p:spPr>
            <a:xfrm>
              <a:off x="8977871" y="4560507"/>
              <a:ext cx="2408194" cy="968716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b="0" i="0" kern="1200" baseline="0">
                  <a:solidFill>
                    <a:srgbClr val="A0A0A0"/>
                  </a:solidFill>
                  <a:latin typeface="TIM Sans" panose="00000500000000000000" pitchFamily="50" charset="0"/>
                  <a:ea typeface="+mn-ea"/>
                  <a:cs typeface="Arial"/>
                </a:defRPr>
              </a:lvl1pPr>
              <a:lvl2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2pPr>
              <a:lvl3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3pPr>
              <a:lvl4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4pPr>
              <a:lvl5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it-IT" sz="1200">
                  <a:solidFill>
                    <a:srgbClr val="104392"/>
                  </a:solidFill>
                  <a:latin typeface="Montserrat" panose="00000500000000000000" pitchFamily="2" charset="0"/>
                </a:rPr>
                <a:t>Ut enim ad minim veniam, quis nostrum exercitationem ullamco laboriosam, nisi ut aliquid.</a:t>
              </a:r>
              <a:endParaRPr lang="en-US" sz="1200">
                <a:solidFill>
                  <a:srgbClr val="104392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9DA978E1-32CD-1C44-B3A0-669D1FFC1AB9}"/>
                </a:ext>
              </a:extLst>
            </p:cNvPr>
            <p:cNvGrpSpPr/>
            <p:nvPr/>
          </p:nvGrpSpPr>
          <p:grpSpPr>
            <a:xfrm>
              <a:off x="8977870" y="3318318"/>
              <a:ext cx="954515" cy="982173"/>
              <a:chOff x="9076724" y="3426189"/>
              <a:chExt cx="954515" cy="982173"/>
            </a:xfrm>
          </p:grpSpPr>
          <p:sp>
            <p:nvSpPr>
              <p:cNvPr id="33" name="Rettangolo 32">
                <a:extLst>
                  <a:ext uri="{FF2B5EF4-FFF2-40B4-BE49-F238E27FC236}">
                    <a16:creationId xmlns:a16="http://schemas.microsoft.com/office/drawing/2014/main" id="{5D52F9D3-A59E-284D-A832-A54BFAC4A630}"/>
                  </a:ext>
                </a:extLst>
              </p:cNvPr>
              <p:cNvSpPr/>
              <p:nvPr/>
            </p:nvSpPr>
            <p:spPr>
              <a:xfrm>
                <a:off x="9076724" y="3426189"/>
                <a:ext cx="954515" cy="954515"/>
              </a:xfrm>
              <a:prstGeom prst="rect">
                <a:avLst/>
              </a:prstGeom>
              <a:solidFill>
                <a:srgbClr val="3D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Montserrat" panose="00000500000000000000" pitchFamily="2" charset="0"/>
                </a:endParaRPr>
              </a:p>
            </p:txBody>
          </p:sp>
          <p:pic>
            <p:nvPicPr>
              <p:cNvPr id="40" name="Elemento grafico 39">
                <a:extLst>
                  <a:ext uri="{FF2B5EF4-FFF2-40B4-BE49-F238E27FC236}">
                    <a16:creationId xmlns:a16="http://schemas.microsoft.com/office/drawing/2014/main" id="{19149FA4-490B-FD40-8433-24B05A38D7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239251" y="3601551"/>
                <a:ext cx="654171" cy="806811"/>
              </a:xfrm>
              <a:prstGeom prst="rect">
                <a:avLst/>
              </a:prstGeom>
            </p:spPr>
          </p:pic>
        </p:grpSp>
      </p:grpSp>
      <p:sp>
        <p:nvSpPr>
          <p:cNvPr id="47" name="Figura a mano libera 46">
            <a:extLst>
              <a:ext uri="{FF2B5EF4-FFF2-40B4-BE49-F238E27FC236}">
                <a16:creationId xmlns:a16="http://schemas.microsoft.com/office/drawing/2014/main" id="{BF8DF818-DC74-4E42-AA11-C9CB0246AC50}"/>
              </a:ext>
            </a:extLst>
          </p:cNvPr>
          <p:cNvSpPr/>
          <p:nvPr/>
        </p:nvSpPr>
        <p:spPr>
          <a:xfrm flipH="1">
            <a:off x="-1" y="3843580"/>
            <a:ext cx="712575" cy="1504652"/>
          </a:xfrm>
          <a:custGeom>
            <a:avLst/>
            <a:gdLst>
              <a:gd name="connsiteX0" fmla="*/ 0 w 3736622"/>
              <a:gd name="connsiteY0" fmla="*/ 0 h 1185334"/>
              <a:gd name="connsiteX1" fmla="*/ 0 w 3736622"/>
              <a:gd name="connsiteY1" fmla="*/ 1185334 h 1185334"/>
              <a:gd name="connsiteX2" fmla="*/ 3736622 w 3736622"/>
              <a:gd name="connsiteY2" fmla="*/ 1185334 h 118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6622" h="1185334">
                <a:moveTo>
                  <a:pt x="0" y="0"/>
                </a:moveTo>
                <a:lnTo>
                  <a:pt x="0" y="1185334"/>
                </a:lnTo>
                <a:lnTo>
                  <a:pt x="3736622" y="1185334"/>
                </a:lnTo>
              </a:path>
            </a:pathLst>
          </a:custGeom>
          <a:noFill/>
          <a:ln w="635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4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animBg="1"/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ma 2">
            <a:extLst>
              <a:ext uri="{FF2B5EF4-FFF2-40B4-BE49-F238E27FC236}">
                <a16:creationId xmlns:a16="http://schemas.microsoft.com/office/drawing/2014/main" id="{30E80DED-F8A0-1A4F-ACCF-03A8ACA3D5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1509073"/>
              </p:ext>
            </p:extLst>
          </p:nvPr>
        </p:nvGraphicFramePr>
        <p:xfrm>
          <a:off x="441960" y="504536"/>
          <a:ext cx="11231880" cy="5643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CDDDDAD7-B14B-0F46-A6EF-655C41511688}"/>
              </a:ext>
            </a:extLst>
          </p:cNvPr>
          <p:cNvCxnSpPr/>
          <p:nvPr/>
        </p:nvCxnSpPr>
        <p:spPr>
          <a:xfrm>
            <a:off x="2542144" y="3545607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EC03FA8-2EB5-E441-9B7C-7A4454F132E0}"/>
              </a:ext>
            </a:extLst>
          </p:cNvPr>
          <p:cNvCxnSpPr/>
          <p:nvPr/>
        </p:nvCxnSpPr>
        <p:spPr>
          <a:xfrm>
            <a:off x="3542683" y="2545068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B8F9C51B-F6EB-F846-B0DF-FD56DC146E53}"/>
              </a:ext>
            </a:extLst>
          </p:cNvPr>
          <p:cNvCxnSpPr>
            <a:cxnSpLocks/>
          </p:cNvCxnSpPr>
          <p:nvPr/>
        </p:nvCxnSpPr>
        <p:spPr>
          <a:xfrm>
            <a:off x="3834231" y="1537252"/>
            <a:ext cx="0" cy="1541216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BBD447AD-4E49-A24A-B9D6-2222CC2FC9C7}"/>
              </a:ext>
            </a:extLst>
          </p:cNvPr>
          <p:cNvCxnSpPr>
            <a:cxnSpLocks/>
          </p:cNvCxnSpPr>
          <p:nvPr/>
        </p:nvCxnSpPr>
        <p:spPr>
          <a:xfrm>
            <a:off x="4649240" y="3545607"/>
            <a:ext cx="0" cy="1541216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D63247CF-3063-5940-8980-D8075F99FDD7}"/>
              </a:ext>
            </a:extLst>
          </p:cNvPr>
          <p:cNvCxnSpPr/>
          <p:nvPr/>
        </p:nvCxnSpPr>
        <p:spPr>
          <a:xfrm>
            <a:off x="3675205" y="3545607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4653E67C-A292-244D-9354-CCF009754590}"/>
              </a:ext>
            </a:extLst>
          </p:cNvPr>
          <p:cNvCxnSpPr/>
          <p:nvPr/>
        </p:nvCxnSpPr>
        <p:spPr>
          <a:xfrm>
            <a:off x="5066683" y="2545068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B1739115-E076-0446-860F-653E2465CEEC}"/>
              </a:ext>
            </a:extLst>
          </p:cNvPr>
          <p:cNvCxnSpPr>
            <a:cxnSpLocks/>
          </p:cNvCxnSpPr>
          <p:nvPr/>
        </p:nvCxnSpPr>
        <p:spPr>
          <a:xfrm>
            <a:off x="7670736" y="3545607"/>
            <a:ext cx="0" cy="1541216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1 15">
            <a:extLst>
              <a:ext uri="{FF2B5EF4-FFF2-40B4-BE49-F238E27FC236}">
                <a16:creationId xmlns:a16="http://schemas.microsoft.com/office/drawing/2014/main" id="{2E9928DF-B989-5A44-9793-4E4F7E2ACF0B}"/>
              </a:ext>
            </a:extLst>
          </p:cNvPr>
          <p:cNvCxnSpPr/>
          <p:nvPr/>
        </p:nvCxnSpPr>
        <p:spPr>
          <a:xfrm>
            <a:off x="8518875" y="3545607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A204C6AE-E9B3-B540-B356-F46B2C5525D0}"/>
              </a:ext>
            </a:extLst>
          </p:cNvPr>
          <p:cNvCxnSpPr>
            <a:cxnSpLocks/>
          </p:cNvCxnSpPr>
          <p:nvPr/>
        </p:nvCxnSpPr>
        <p:spPr>
          <a:xfrm>
            <a:off x="10553083" y="1537903"/>
            <a:ext cx="0" cy="1541216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FE440DD1-2DE3-AF44-9C36-71DA7C833FAC}"/>
              </a:ext>
            </a:extLst>
          </p:cNvPr>
          <p:cNvCxnSpPr>
            <a:cxnSpLocks/>
          </p:cNvCxnSpPr>
          <p:nvPr/>
        </p:nvCxnSpPr>
        <p:spPr>
          <a:xfrm>
            <a:off x="10559710" y="1537252"/>
            <a:ext cx="0" cy="1541216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6F1955BF-33F6-084F-AAC9-B49723F8582C}"/>
              </a:ext>
            </a:extLst>
          </p:cNvPr>
          <p:cNvSpPr/>
          <p:nvPr/>
        </p:nvSpPr>
        <p:spPr>
          <a:xfrm>
            <a:off x="1916261" y="4170994"/>
            <a:ext cx="12586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200" b="1">
                <a:latin typeface="Montserrat" panose="00000500000000000000" pitchFamily="2" charset="0"/>
              </a:rPr>
              <a:t>23/02</a:t>
            </a:r>
          </a:p>
          <a:p>
            <a:pPr algn="ctr"/>
            <a:r>
              <a:rPr lang="it-IT" sz="1200" err="1">
                <a:latin typeface="Montserrat" panose="00000500000000000000" pitchFamily="2" charset="0"/>
              </a:rPr>
              <a:t>Lorem</a:t>
            </a:r>
            <a:r>
              <a:rPr lang="it-IT" sz="1200">
                <a:latin typeface="Montserrat" panose="00000500000000000000" pitchFamily="2" charset="0"/>
              </a:rPr>
              <a:t> </a:t>
            </a:r>
            <a:r>
              <a:rPr lang="it-IT" sz="1200" err="1">
                <a:latin typeface="Montserrat" panose="00000500000000000000" pitchFamily="2" charset="0"/>
              </a:rPr>
              <a:t>ipsum</a:t>
            </a:r>
            <a:r>
              <a:rPr lang="it-IT" sz="120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E4EC1246-9DBB-F948-90F1-11DEAF81B535}"/>
              </a:ext>
            </a:extLst>
          </p:cNvPr>
          <p:cNvSpPr/>
          <p:nvPr/>
        </p:nvSpPr>
        <p:spPr>
          <a:xfrm>
            <a:off x="3017166" y="4170994"/>
            <a:ext cx="12586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200" b="1">
                <a:latin typeface="Montserrat" panose="00000500000000000000" pitchFamily="2" charset="0"/>
              </a:rPr>
              <a:t>23/03</a:t>
            </a:r>
          </a:p>
          <a:p>
            <a:pPr algn="ctr"/>
            <a:r>
              <a:rPr lang="it-IT" sz="1200" err="1">
                <a:latin typeface="Montserrat" panose="00000500000000000000" pitchFamily="2" charset="0"/>
              </a:rPr>
              <a:t>Lorem</a:t>
            </a:r>
            <a:r>
              <a:rPr lang="it-IT" sz="1200">
                <a:latin typeface="Montserrat" panose="00000500000000000000" pitchFamily="2" charset="0"/>
              </a:rPr>
              <a:t> </a:t>
            </a:r>
            <a:r>
              <a:rPr lang="it-IT" sz="1200" err="1">
                <a:latin typeface="Montserrat" panose="00000500000000000000" pitchFamily="2" charset="0"/>
              </a:rPr>
              <a:t>ipsum</a:t>
            </a:r>
            <a:r>
              <a:rPr lang="it-IT" sz="120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573897A-CEC2-0C4C-BC6F-180DFEB11992}"/>
              </a:ext>
            </a:extLst>
          </p:cNvPr>
          <p:cNvSpPr/>
          <p:nvPr/>
        </p:nvSpPr>
        <p:spPr>
          <a:xfrm>
            <a:off x="4017247" y="5150912"/>
            <a:ext cx="12586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200" b="1">
                <a:latin typeface="Montserrat" panose="00000500000000000000" pitchFamily="2" charset="0"/>
              </a:rPr>
              <a:t>16/04</a:t>
            </a:r>
          </a:p>
          <a:p>
            <a:pPr algn="ctr"/>
            <a:r>
              <a:rPr lang="it-IT" sz="1200" err="1">
                <a:latin typeface="Montserrat" panose="00000500000000000000" pitchFamily="2" charset="0"/>
              </a:rPr>
              <a:t>Lorem</a:t>
            </a:r>
            <a:r>
              <a:rPr lang="it-IT" sz="1200">
                <a:latin typeface="Montserrat" panose="00000500000000000000" pitchFamily="2" charset="0"/>
              </a:rPr>
              <a:t> </a:t>
            </a:r>
            <a:r>
              <a:rPr lang="it-IT" sz="1200" err="1">
                <a:latin typeface="Montserrat" panose="00000500000000000000" pitchFamily="2" charset="0"/>
              </a:rPr>
              <a:t>ipsum</a:t>
            </a:r>
            <a:r>
              <a:rPr lang="it-IT" sz="120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2C0968D-F53F-EA4C-8320-325150C5FE6C}"/>
              </a:ext>
            </a:extLst>
          </p:cNvPr>
          <p:cNvSpPr/>
          <p:nvPr/>
        </p:nvSpPr>
        <p:spPr>
          <a:xfrm>
            <a:off x="2913344" y="1978272"/>
            <a:ext cx="12586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200" b="1">
                <a:latin typeface="Montserrat" panose="00000500000000000000" pitchFamily="2" charset="0"/>
              </a:rPr>
              <a:t>19/03</a:t>
            </a:r>
          </a:p>
          <a:p>
            <a:pPr algn="ctr"/>
            <a:r>
              <a:rPr lang="it-IT" sz="1200" err="1">
                <a:latin typeface="Montserrat" panose="00000500000000000000" pitchFamily="2" charset="0"/>
              </a:rPr>
              <a:t>Lorem</a:t>
            </a:r>
            <a:r>
              <a:rPr lang="it-IT" sz="1200">
                <a:latin typeface="Montserrat" panose="00000500000000000000" pitchFamily="2" charset="0"/>
              </a:rPr>
              <a:t> </a:t>
            </a:r>
            <a:r>
              <a:rPr lang="it-IT" sz="1200" err="1">
                <a:latin typeface="Montserrat" panose="00000500000000000000" pitchFamily="2" charset="0"/>
              </a:rPr>
              <a:t>ipsum</a:t>
            </a:r>
            <a:r>
              <a:rPr lang="it-IT" sz="120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8E913041-54FE-5841-96EF-5640AFC558FA}"/>
              </a:ext>
            </a:extLst>
          </p:cNvPr>
          <p:cNvSpPr/>
          <p:nvPr/>
        </p:nvSpPr>
        <p:spPr>
          <a:xfrm>
            <a:off x="3204892" y="1015578"/>
            <a:ext cx="12586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200" b="1">
                <a:latin typeface="Montserrat" panose="00000500000000000000" pitchFamily="2" charset="0"/>
              </a:rPr>
              <a:t>29/03</a:t>
            </a:r>
          </a:p>
          <a:p>
            <a:pPr algn="ctr"/>
            <a:r>
              <a:rPr lang="it-IT" sz="1200" err="1">
                <a:latin typeface="Montserrat" panose="00000500000000000000" pitchFamily="2" charset="0"/>
              </a:rPr>
              <a:t>Lorem</a:t>
            </a:r>
            <a:r>
              <a:rPr lang="it-IT" sz="1200">
                <a:latin typeface="Montserrat" panose="00000500000000000000" pitchFamily="2" charset="0"/>
              </a:rPr>
              <a:t> </a:t>
            </a:r>
            <a:r>
              <a:rPr lang="it-IT" sz="1200" err="1">
                <a:latin typeface="Montserrat" panose="00000500000000000000" pitchFamily="2" charset="0"/>
              </a:rPr>
              <a:t>ipsum</a:t>
            </a:r>
            <a:r>
              <a:rPr lang="it-IT" sz="120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5F599D06-0796-E84B-AA26-759F2FB6D1B7}"/>
              </a:ext>
            </a:extLst>
          </p:cNvPr>
          <p:cNvSpPr/>
          <p:nvPr/>
        </p:nvSpPr>
        <p:spPr>
          <a:xfrm>
            <a:off x="4437344" y="1978271"/>
            <a:ext cx="12586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200" b="1">
                <a:latin typeface="Montserrat" panose="00000500000000000000" pitchFamily="2" charset="0"/>
              </a:rPr>
              <a:t>26/04</a:t>
            </a:r>
          </a:p>
          <a:p>
            <a:pPr algn="ctr"/>
            <a:r>
              <a:rPr lang="it-IT" sz="1200" err="1">
                <a:latin typeface="Montserrat" panose="00000500000000000000" pitchFamily="2" charset="0"/>
              </a:rPr>
              <a:t>Lorem</a:t>
            </a:r>
            <a:r>
              <a:rPr lang="it-IT" sz="1200">
                <a:latin typeface="Montserrat" panose="00000500000000000000" pitchFamily="2" charset="0"/>
              </a:rPr>
              <a:t> </a:t>
            </a:r>
            <a:r>
              <a:rPr lang="it-IT" sz="1200" err="1">
                <a:latin typeface="Montserrat" panose="00000500000000000000" pitchFamily="2" charset="0"/>
              </a:rPr>
              <a:t>ipsum</a:t>
            </a:r>
            <a:r>
              <a:rPr lang="it-IT" sz="120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1D5C02E3-8F5C-2645-B9C2-8D700CDB15BD}"/>
              </a:ext>
            </a:extLst>
          </p:cNvPr>
          <p:cNvSpPr/>
          <p:nvPr/>
        </p:nvSpPr>
        <p:spPr>
          <a:xfrm>
            <a:off x="9923744" y="983600"/>
            <a:ext cx="12586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200" b="1">
                <a:latin typeface="Montserrat" panose="00000500000000000000" pitchFamily="2" charset="0"/>
              </a:rPr>
              <a:t>6/09</a:t>
            </a:r>
          </a:p>
          <a:p>
            <a:pPr algn="ctr"/>
            <a:r>
              <a:rPr lang="it-IT" sz="1200" err="1">
                <a:latin typeface="Montserrat" panose="00000500000000000000" pitchFamily="2" charset="0"/>
              </a:rPr>
              <a:t>Lorem</a:t>
            </a:r>
            <a:r>
              <a:rPr lang="it-IT" sz="1200">
                <a:latin typeface="Montserrat" panose="00000500000000000000" pitchFamily="2" charset="0"/>
              </a:rPr>
              <a:t> </a:t>
            </a:r>
            <a:r>
              <a:rPr lang="it-IT" sz="1200" err="1">
                <a:latin typeface="Montserrat" panose="00000500000000000000" pitchFamily="2" charset="0"/>
              </a:rPr>
              <a:t>ipsum</a:t>
            </a:r>
            <a:r>
              <a:rPr lang="it-IT" sz="120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11761DE1-2B13-0849-90B9-C09F53DF146E}"/>
              </a:ext>
            </a:extLst>
          </p:cNvPr>
          <p:cNvSpPr/>
          <p:nvPr/>
        </p:nvSpPr>
        <p:spPr>
          <a:xfrm>
            <a:off x="7889536" y="4170994"/>
            <a:ext cx="12586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200" err="1">
                <a:latin typeface="Montserrat" panose="00000500000000000000" pitchFamily="2" charset="0"/>
              </a:rPr>
              <a:t>Lorem</a:t>
            </a:r>
            <a:r>
              <a:rPr lang="it-IT" sz="1200">
                <a:latin typeface="Montserrat" panose="00000500000000000000" pitchFamily="2" charset="0"/>
              </a:rPr>
              <a:t> </a:t>
            </a:r>
            <a:r>
              <a:rPr lang="it-IT" sz="1200" err="1">
                <a:latin typeface="Montserrat" panose="00000500000000000000" pitchFamily="2" charset="0"/>
              </a:rPr>
              <a:t>ipsum</a:t>
            </a:r>
            <a:r>
              <a:rPr lang="it-IT" sz="120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25EA970E-4DB2-5A46-9388-67628EE21C3E}"/>
              </a:ext>
            </a:extLst>
          </p:cNvPr>
          <p:cNvSpPr/>
          <p:nvPr/>
        </p:nvSpPr>
        <p:spPr>
          <a:xfrm>
            <a:off x="7041397" y="5147162"/>
            <a:ext cx="12586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200" b="1">
                <a:latin typeface="Montserrat" panose="00000500000000000000" pitchFamily="2" charset="0"/>
              </a:rPr>
              <a:t>30/06</a:t>
            </a:r>
          </a:p>
          <a:p>
            <a:pPr algn="ctr"/>
            <a:r>
              <a:rPr lang="it-IT" sz="1200" err="1">
                <a:latin typeface="Montserrat" panose="00000500000000000000" pitchFamily="2" charset="0"/>
              </a:rPr>
              <a:t>Lorem</a:t>
            </a:r>
            <a:r>
              <a:rPr lang="it-IT" sz="1200">
                <a:latin typeface="Montserrat" panose="00000500000000000000" pitchFamily="2" charset="0"/>
              </a:rPr>
              <a:t> </a:t>
            </a:r>
            <a:r>
              <a:rPr lang="it-IT" sz="1200" err="1">
                <a:latin typeface="Montserrat" panose="00000500000000000000" pitchFamily="2" charset="0"/>
              </a:rPr>
              <a:t>ipsum</a:t>
            </a:r>
            <a:r>
              <a:rPr lang="it-IT" sz="120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29" name="Parentesi graffa aperta 28">
            <a:extLst>
              <a:ext uri="{FF2B5EF4-FFF2-40B4-BE49-F238E27FC236}">
                <a16:creationId xmlns:a16="http://schemas.microsoft.com/office/drawing/2014/main" id="{D1E242D9-EC64-E140-994F-F02EBD9A7B82}"/>
              </a:ext>
            </a:extLst>
          </p:cNvPr>
          <p:cNvSpPr/>
          <p:nvPr/>
        </p:nvSpPr>
        <p:spPr>
          <a:xfrm rot="16200000">
            <a:off x="6124944" y="2946247"/>
            <a:ext cx="487017" cy="1742147"/>
          </a:xfrm>
          <a:prstGeom prst="leftBrace">
            <a:avLst>
              <a:gd name="adj1" fmla="val 22576"/>
              <a:gd name="adj2" fmla="val 49276"/>
            </a:avLst>
          </a:prstGeom>
          <a:ln w="12700" cap="rnd">
            <a:solidFill>
              <a:srgbClr val="DBF11E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atin typeface="Montserrat" panose="00000500000000000000" pitchFamily="2" charset="0"/>
            </a:endParaRPr>
          </a:p>
        </p:txBody>
      </p:sp>
      <p:sp>
        <p:nvSpPr>
          <p:cNvPr id="30" name="Parentesi graffa aperta 29">
            <a:extLst>
              <a:ext uri="{FF2B5EF4-FFF2-40B4-BE49-F238E27FC236}">
                <a16:creationId xmlns:a16="http://schemas.microsoft.com/office/drawing/2014/main" id="{ECCFFDFD-AB68-094D-982F-1963B75E6211}"/>
              </a:ext>
            </a:extLst>
          </p:cNvPr>
          <p:cNvSpPr/>
          <p:nvPr/>
        </p:nvSpPr>
        <p:spPr>
          <a:xfrm rot="5400000">
            <a:off x="6556154" y="1955612"/>
            <a:ext cx="487017" cy="1742147"/>
          </a:xfrm>
          <a:prstGeom prst="leftBrace">
            <a:avLst>
              <a:gd name="adj1" fmla="val 22576"/>
              <a:gd name="adj2" fmla="val 49276"/>
            </a:avLst>
          </a:prstGeom>
          <a:ln w="12700" cap="rnd">
            <a:solidFill>
              <a:srgbClr val="DBF11E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atin typeface="Montserrat" panose="00000500000000000000" pitchFamily="2" charset="0"/>
            </a:endParaRP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1D62376A-3494-BE4C-8373-5E55F84E3A75}"/>
              </a:ext>
            </a:extLst>
          </p:cNvPr>
          <p:cNvSpPr/>
          <p:nvPr/>
        </p:nvSpPr>
        <p:spPr>
          <a:xfrm>
            <a:off x="5739113" y="4060829"/>
            <a:ext cx="12586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200" err="1">
                <a:latin typeface="Montserrat" panose="00000500000000000000" pitchFamily="2" charset="0"/>
              </a:rPr>
              <a:t>Lorem</a:t>
            </a:r>
            <a:r>
              <a:rPr lang="it-IT" sz="1200">
                <a:latin typeface="Montserrat" panose="00000500000000000000" pitchFamily="2" charset="0"/>
              </a:rPr>
              <a:t> </a:t>
            </a:r>
            <a:r>
              <a:rPr lang="it-IT" sz="1200" err="1">
                <a:latin typeface="Montserrat" panose="00000500000000000000" pitchFamily="2" charset="0"/>
              </a:rPr>
              <a:t>ipsum</a:t>
            </a:r>
            <a:r>
              <a:rPr lang="it-IT" sz="120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4C683310-3309-9841-87F8-AACA4C427FCE}"/>
              </a:ext>
            </a:extLst>
          </p:cNvPr>
          <p:cNvSpPr/>
          <p:nvPr/>
        </p:nvSpPr>
        <p:spPr>
          <a:xfrm>
            <a:off x="6170323" y="2169360"/>
            <a:ext cx="12586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200" err="1">
                <a:latin typeface="Montserrat" panose="00000500000000000000" pitchFamily="2" charset="0"/>
              </a:rPr>
              <a:t>Lorem</a:t>
            </a:r>
            <a:r>
              <a:rPr lang="it-IT" sz="1200">
                <a:latin typeface="Montserrat" panose="00000500000000000000" pitchFamily="2" charset="0"/>
              </a:rPr>
              <a:t> </a:t>
            </a:r>
            <a:r>
              <a:rPr lang="it-IT" sz="1200" err="1">
                <a:latin typeface="Montserrat" panose="00000500000000000000" pitchFamily="2" charset="0"/>
              </a:rPr>
              <a:t>ipsum</a:t>
            </a:r>
            <a:r>
              <a:rPr lang="it-IT" sz="120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3" name="Titolo 1">
            <a:extLst>
              <a:ext uri="{FF2B5EF4-FFF2-40B4-BE49-F238E27FC236}">
                <a16:creationId xmlns:a16="http://schemas.microsoft.com/office/drawing/2014/main" id="{C2F960C9-372D-3B43-B4E4-E69711F594B3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8771114" cy="113739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34193"/>
                </a:solidFill>
                <a:latin typeface="Montserrat"/>
                <a:ea typeface="+mj-lt"/>
                <a:cs typeface="+mj-lt"/>
              </a:rPr>
              <a:t>Project Roadmap &amp; Timeline 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3461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FD755C-5A5A-9B41-B2DB-938A4BE3305B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High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level</a:t>
            </a:r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 plan</a:t>
            </a:r>
          </a:p>
        </p:txBody>
      </p:sp>
      <p:graphicFrame>
        <p:nvGraphicFramePr>
          <p:cNvPr id="32" name="Tabella 31">
            <a:extLst>
              <a:ext uri="{FF2B5EF4-FFF2-40B4-BE49-F238E27FC236}">
                <a16:creationId xmlns:a16="http://schemas.microsoft.com/office/drawing/2014/main" id="{A0B6D61A-08A2-5241-ACE5-E70700759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295247"/>
              </p:ext>
            </p:extLst>
          </p:nvPr>
        </p:nvGraphicFramePr>
        <p:xfrm>
          <a:off x="595328" y="1088877"/>
          <a:ext cx="10976996" cy="4517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9499">
                  <a:extLst>
                    <a:ext uri="{9D8B030D-6E8A-4147-A177-3AD203B41FA5}">
                      <a16:colId xmlns:a16="http://schemas.microsoft.com/office/drawing/2014/main" val="852354952"/>
                    </a:ext>
                  </a:extLst>
                </a:gridCol>
                <a:gridCol w="1829499">
                  <a:extLst>
                    <a:ext uri="{9D8B030D-6E8A-4147-A177-3AD203B41FA5}">
                      <a16:colId xmlns:a16="http://schemas.microsoft.com/office/drawing/2014/main" val="2955485408"/>
                    </a:ext>
                  </a:extLst>
                </a:gridCol>
                <a:gridCol w="914750">
                  <a:extLst>
                    <a:ext uri="{9D8B030D-6E8A-4147-A177-3AD203B41FA5}">
                      <a16:colId xmlns:a16="http://schemas.microsoft.com/office/drawing/2014/main" val="508374645"/>
                    </a:ext>
                  </a:extLst>
                </a:gridCol>
                <a:gridCol w="914750">
                  <a:extLst>
                    <a:ext uri="{9D8B030D-6E8A-4147-A177-3AD203B41FA5}">
                      <a16:colId xmlns:a16="http://schemas.microsoft.com/office/drawing/2014/main" val="3697791871"/>
                    </a:ext>
                  </a:extLst>
                </a:gridCol>
                <a:gridCol w="1829499">
                  <a:extLst>
                    <a:ext uri="{9D8B030D-6E8A-4147-A177-3AD203B41FA5}">
                      <a16:colId xmlns:a16="http://schemas.microsoft.com/office/drawing/2014/main" val="186020627"/>
                    </a:ext>
                  </a:extLst>
                </a:gridCol>
                <a:gridCol w="1829499">
                  <a:extLst>
                    <a:ext uri="{9D8B030D-6E8A-4147-A177-3AD203B41FA5}">
                      <a16:colId xmlns:a16="http://schemas.microsoft.com/office/drawing/2014/main" val="3440923042"/>
                    </a:ext>
                  </a:extLst>
                </a:gridCol>
                <a:gridCol w="914750">
                  <a:extLst>
                    <a:ext uri="{9D8B030D-6E8A-4147-A177-3AD203B41FA5}">
                      <a16:colId xmlns:a16="http://schemas.microsoft.com/office/drawing/2014/main" val="244658507"/>
                    </a:ext>
                  </a:extLst>
                </a:gridCol>
                <a:gridCol w="914750">
                  <a:extLst>
                    <a:ext uri="{9D8B030D-6E8A-4147-A177-3AD203B41FA5}">
                      <a16:colId xmlns:a16="http://schemas.microsoft.com/office/drawing/2014/main" val="1954602126"/>
                    </a:ext>
                  </a:extLst>
                </a:gridCol>
              </a:tblGrid>
              <a:tr h="307412">
                <a:tc rowSpan="2">
                  <a:txBody>
                    <a:bodyPr/>
                    <a:lstStyle/>
                    <a:p>
                      <a:pPr algn="ctr"/>
                      <a:r>
                        <a:rPr lang="it-IT" sz="1400" b="1" err="1">
                          <a:solidFill>
                            <a:schemeClr val="bg1"/>
                          </a:solidFill>
                        </a:rPr>
                        <a:t>Activities</a:t>
                      </a:r>
                      <a:endParaRPr lang="it-IT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742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err="1"/>
                        <a:t>May</a:t>
                      </a:r>
                      <a:endParaRPr lang="it-IT" sz="1400" b="1"/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400" b="1" err="1"/>
                        <a:t>June</a:t>
                      </a:r>
                      <a:endParaRPr lang="it-IT" sz="1400" b="1"/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err="1"/>
                        <a:t>July</a:t>
                      </a:r>
                      <a:endParaRPr lang="it-IT" sz="1400" b="1"/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/>
                        <a:t>August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400" b="1" err="1"/>
                        <a:t>September</a:t>
                      </a:r>
                      <a:endParaRPr lang="it-IT" sz="1400" b="1"/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983942"/>
                  </a:ext>
                </a:extLst>
              </a:tr>
              <a:tr h="30741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100" b="1"/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b="1"/>
                        <a:t>17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b="1"/>
                        <a:t>29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b="1"/>
                        <a:t>22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100" b="1"/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b="1"/>
                        <a:t>6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b="1"/>
                        <a:t>30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187382"/>
                  </a:ext>
                </a:extLst>
              </a:tr>
              <a:tr h="500402">
                <a:tc rowSpan="3"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chemeClr val="tx1"/>
                          </a:solidFill>
                        </a:rPr>
                        <a:t>Start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rowSpan="3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rowSpan="3"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273300"/>
                  </a:ext>
                </a:extLst>
              </a:tr>
              <a:tr h="5004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017914"/>
                  </a:ext>
                </a:extLst>
              </a:tr>
              <a:tr h="5004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633884"/>
                  </a:ext>
                </a:extLst>
              </a:tr>
              <a:tr h="564888">
                <a:tc rowSpan="4">
                  <a:txBody>
                    <a:bodyPr/>
                    <a:lstStyle/>
                    <a:p>
                      <a:pPr algn="ctr"/>
                      <a:r>
                        <a:rPr lang="it-IT" sz="1400" b="1" err="1">
                          <a:solidFill>
                            <a:schemeClr val="tx1"/>
                          </a:solidFill>
                        </a:rPr>
                        <a:t>Requirement</a:t>
                      </a:r>
                      <a:r>
                        <a:rPr lang="it-IT" sz="14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it-IT" sz="1400" b="1" err="1">
                          <a:solidFill>
                            <a:schemeClr val="tx1"/>
                          </a:solidFill>
                        </a:rPr>
                        <a:t>collection</a:t>
                      </a:r>
                      <a:endParaRPr lang="it-IT" sz="14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556849"/>
                  </a:ext>
                </a:extLst>
              </a:tr>
              <a:tr h="564888">
                <a:tc v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20936"/>
                  </a:ext>
                </a:extLst>
              </a:tr>
              <a:tr h="564888">
                <a:tc v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973326"/>
                  </a:ext>
                </a:extLst>
              </a:tr>
              <a:tr h="706450">
                <a:tc v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42752"/>
                  </a:ext>
                </a:extLst>
              </a:tr>
            </a:tbl>
          </a:graphicData>
        </a:graphic>
      </p:graphicFrame>
      <p:sp>
        <p:nvSpPr>
          <p:cNvPr id="36" name="Rettangolo 35">
            <a:extLst>
              <a:ext uri="{FF2B5EF4-FFF2-40B4-BE49-F238E27FC236}">
                <a16:creationId xmlns:a16="http://schemas.microsoft.com/office/drawing/2014/main" id="{4B06625C-E9E8-E74F-B45F-7678847923CE}"/>
              </a:ext>
            </a:extLst>
          </p:cNvPr>
          <p:cNvSpPr/>
          <p:nvPr/>
        </p:nvSpPr>
        <p:spPr>
          <a:xfrm>
            <a:off x="2447841" y="1863751"/>
            <a:ext cx="2295387" cy="159136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r>
              <a:rPr lang="it-IT" sz="1000">
                <a:solidFill>
                  <a:srgbClr val="17428B"/>
                </a:solidFill>
                <a:latin typeface="Montserrat" panose="00000500000000000000" pitchFamily="2" charset="0"/>
              </a:rPr>
              <a:t>Brainstorming and </a:t>
            </a:r>
            <a:r>
              <a:rPr lang="it-IT" sz="1000" err="1">
                <a:solidFill>
                  <a:srgbClr val="17428B"/>
                </a:solidFill>
                <a:latin typeface="Montserrat" panose="00000500000000000000" pitchFamily="2" charset="0"/>
              </a:rPr>
              <a:t>development</a:t>
            </a:r>
            <a:r>
              <a:rPr lang="it-IT" sz="1000">
                <a:solidFill>
                  <a:srgbClr val="17428B"/>
                </a:solidFill>
                <a:latin typeface="Montserrat" panose="00000500000000000000" pitchFamily="2" charset="0"/>
              </a:rPr>
              <a:t> </a:t>
            </a:r>
            <a:r>
              <a:rPr lang="it-IT" sz="1000" err="1">
                <a:solidFill>
                  <a:srgbClr val="17428B"/>
                </a:solidFill>
                <a:latin typeface="Montserrat" panose="00000500000000000000" pitchFamily="2" charset="0"/>
              </a:rPr>
              <a:t>ideas</a:t>
            </a:r>
            <a:endParaRPr lang="it-IT" sz="1000">
              <a:solidFill>
                <a:srgbClr val="17428B"/>
              </a:solidFill>
              <a:latin typeface="Montserrat" panose="00000500000000000000" pitchFamily="2" charset="0"/>
            </a:endParaRP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F08740E7-17DB-D248-92D7-BCB8C8C41B8A}"/>
              </a:ext>
            </a:extLst>
          </p:cNvPr>
          <p:cNvSpPr/>
          <p:nvPr/>
        </p:nvSpPr>
        <p:spPr>
          <a:xfrm>
            <a:off x="4357858" y="2203218"/>
            <a:ext cx="677075" cy="145422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r>
              <a:rPr lang="it-IT" sz="900">
                <a:solidFill>
                  <a:srgbClr val="17428B"/>
                </a:solidFill>
                <a:latin typeface="Montserrat" panose="00000500000000000000" pitchFamily="2" charset="0"/>
              </a:rPr>
              <a:t>TB </a:t>
            </a:r>
            <a:r>
              <a:rPr lang="it-IT" sz="900" err="1">
                <a:solidFill>
                  <a:srgbClr val="17428B"/>
                </a:solidFill>
                <a:latin typeface="Montserrat" panose="00000500000000000000" pitchFamily="2" charset="0"/>
              </a:rPr>
              <a:t>choice</a:t>
            </a:r>
            <a:endParaRPr lang="it-IT" sz="900">
              <a:solidFill>
                <a:srgbClr val="17428B"/>
              </a:solidFill>
              <a:latin typeface="Montserrat" panose="00000500000000000000" pitchFamily="2" charset="0"/>
            </a:endParaRPr>
          </a:p>
        </p:txBody>
      </p:sp>
      <p:grpSp>
        <p:nvGrpSpPr>
          <p:cNvPr id="41" name="Gruppo 40">
            <a:extLst>
              <a:ext uri="{FF2B5EF4-FFF2-40B4-BE49-F238E27FC236}">
                <a16:creationId xmlns:a16="http://schemas.microsoft.com/office/drawing/2014/main" id="{D2A1D7C4-3BCC-DD4A-9900-637D46FEAAA6}"/>
              </a:ext>
            </a:extLst>
          </p:cNvPr>
          <p:cNvGrpSpPr/>
          <p:nvPr/>
        </p:nvGrpSpPr>
        <p:grpSpPr>
          <a:xfrm>
            <a:off x="4953387" y="2437073"/>
            <a:ext cx="899456" cy="507831"/>
            <a:chOff x="5175706" y="2421637"/>
            <a:chExt cx="899456" cy="507831"/>
          </a:xfrm>
        </p:grpSpPr>
        <p:sp>
          <p:nvSpPr>
            <p:cNvPr id="39" name="Rombo 38">
              <a:extLst>
                <a:ext uri="{FF2B5EF4-FFF2-40B4-BE49-F238E27FC236}">
                  <a16:creationId xmlns:a16="http://schemas.microsoft.com/office/drawing/2014/main" id="{FC9C2E74-BBC4-354E-8ECB-9579D9C25522}"/>
                </a:ext>
              </a:extLst>
            </p:cNvPr>
            <p:cNvSpPr/>
            <p:nvPr/>
          </p:nvSpPr>
          <p:spPr>
            <a:xfrm>
              <a:off x="5175706" y="2710842"/>
              <a:ext cx="156610" cy="148480"/>
            </a:xfrm>
            <a:prstGeom prst="diamond">
              <a:avLst/>
            </a:prstGeom>
            <a:solidFill>
              <a:srgbClr val="DBF11E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0" name="Callout 13 39">
              <a:extLst>
                <a:ext uri="{FF2B5EF4-FFF2-40B4-BE49-F238E27FC236}">
                  <a16:creationId xmlns:a16="http://schemas.microsoft.com/office/drawing/2014/main" id="{DB416A6A-0624-C14C-8404-E0826A58E3B6}"/>
                </a:ext>
              </a:extLst>
            </p:cNvPr>
            <p:cNvSpPr/>
            <p:nvPr/>
          </p:nvSpPr>
          <p:spPr>
            <a:xfrm>
              <a:off x="5443672" y="2421637"/>
              <a:ext cx="631490" cy="507831"/>
            </a:xfrm>
            <a:prstGeom prst="accentBorderCallout1">
              <a:avLst>
                <a:gd name="adj1" fmla="val 18750"/>
                <a:gd name="adj2" fmla="val -8333"/>
                <a:gd name="adj3" fmla="val 70143"/>
                <a:gd name="adj4" fmla="val -26354"/>
              </a:avLst>
            </a:prstGeom>
            <a:solidFill>
              <a:schemeClr val="bg1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it-IT" sz="900">
                  <a:solidFill>
                    <a:srgbClr val="17428B"/>
                  </a:solidFill>
                  <a:latin typeface="Montserrat" panose="00000500000000000000" pitchFamily="2" charset="0"/>
                </a:rPr>
                <a:t>Kick-off </a:t>
              </a:r>
              <a:r>
                <a:rPr lang="it-IT" sz="900" err="1">
                  <a:solidFill>
                    <a:srgbClr val="17428B"/>
                  </a:solidFill>
                  <a:latin typeface="Montserrat" panose="00000500000000000000" pitchFamily="2" charset="0"/>
                </a:rPr>
                <a:t>project</a:t>
              </a:r>
              <a:r>
                <a:rPr lang="it-IT" sz="900">
                  <a:solidFill>
                    <a:srgbClr val="17428B"/>
                  </a:solidFill>
                  <a:latin typeface="Montserrat" panose="00000500000000000000" pitchFamily="2" charset="0"/>
                </a:rPr>
                <a:t> </a:t>
              </a:r>
              <a:r>
                <a:rPr lang="it-IT" sz="900" err="1">
                  <a:solidFill>
                    <a:srgbClr val="17428B"/>
                  </a:solidFill>
                  <a:latin typeface="Montserrat" panose="00000500000000000000" pitchFamily="2" charset="0"/>
                </a:rPr>
                <a:t>works</a:t>
              </a:r>
              <a:endParaRPr lang="it-IT" sz="9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42" name="Rettangolo 41">
            <a:extLst>
              <a:ext uri="{FF2B5EF4-FFF2-40B4-BE49-F238E27FC236}">
                <a16:creationId xmlns:a16="http://schemas.microsoft.com/office/drawing/2014/main" id="{3757BB1D-1ECD-BF44-8861-0985BB890EC2}"/>
              </a:ext>
            </a:extLst>
          </p:cNvPr>
          <p:cNvSpPr/>
          <p:nvPr/>
        </p:nvSpPr>
        <p:spPr>
          <a:xfrm>
            <a:off x="5109997" y="3307393"/>
            <a:ext cx="709759" cy="154800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r>
              <a:rPr lang="it-IT" sz="1000">
                <a:solidFill>
                  <a:srgbClr val="17428B"/>
                </a:solidFill>
                <a:latin typeface="Montserrat" panose="00000500000000000000" pitchFamily="2" charset="0"/>
              </a:rPr>
              <a:t>First Gate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55D39DC8-84E2-EA41-9D29-35B844AB7B54}"/>
              </a:ext>
            </a:extLst>
          </p:cNvPr>
          <p:cNvSpPr/>
          <p:nvPr/>
        </p:nvSpPr>
        <p:spPr>
          <a:xfrm>
            <a:off x="4357858" y="3852494"/>
            <a:ext cx="3308592" cy="184741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r>
              <a:rPr lang="it-IT" sz="1000" err="1">
                <a:solidFill>
                  <a:srgbClr val="17428B"/>
                </a:solidFill>
                <a:latin typeface="Montserrat" panose="00000500000000000000" pitchFamily="2" charset="0"/>
              </a:rPr>
              <a:t>Meetings</a:t>
            </a:r>
            <a:endParaRPr lang="it-IT" sz="1000">
              <a:solidFill>
                <a:srgbClr val="17428B"/>
              </a:solidFill>
              <a:latin typeface="Montserrat" panose="00000500000000000000" pitchFamily="2" charset="0"/>
            </a:endParaRP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18648A00-37A2-454B-9467-DB949ED38A08}"/>
              </a:ext>
            </a:extLst>
          </p:cNvPr>
          <p:cNvSpPr/>
          <p:nvPr/>
        </p:nvSpPr>
        <p:spPr>
          <a:xfrm>
            <a:off x="5285055" y="4251355"/>
            <a:ext cx="5243258" cy="184741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r>
              <a:rPr lang="it-IT" sz="1000">
                <a:solidFill>
                  <a:srgbClr val="17428B"/>
                </a:solidFill>
                <a:latin typeface="Montserrat" panose="00000500000000000000" pitchFamily="2" charset="0"/>
              </a:rPr>
              <a:t>SAL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0F2F8673-9B56-D245-A2F5-2D1ACDEBC782}"/>
              </a:ext>
            </a:extLst>
          </p:cNvPr>
          <p:cNvSpPr/>
          <p:nvPr/>
        </p:nvSpPr>
        <p:spPr>
          <a:xfrm>
            <a:off x="6595314" y="4878342"/>
            <a:ext cx="1159568" cy="147117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r>
              <a:rPr lang="it-IT" sz="1000">
                <a:solidFill>
                  <a:srgbClr val="17428B"/>
                </a:solidFill>
                <a:latin typeface="Montserrat" panose="00000500000000000000" pitchFamily="2" charset="0"/>
              </a:rPr>
              <a:t>Second Gate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B20CED98-81F1-D84E-8E7E-2A7D14FD82B5}"/>
              </a:ext>
            </a:extLst>
          </p:cNvPr>
          <p:cNvSpPr/>
          <p:nvPr/>
        </p:nvSpPr>
        <p:spPr>
          <a:xfrm>
            <a:off x="5008329" y="4583469"/>
            <a:ext cx="5519984" cy="184741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r>
              <a:rPr lang="it-IT" sz="1000" err="1">
                <a:solidFill>
                  <a:srgbClr val="17428B"/>
                </a:solidFill>
                <a:latin typeface="Montserrat" panose="00000500000000000000" pitchFamily="2" charset="0"/>
              </a:rPr>
              <a:t>Requirement</a:t>
            </a:r>
            <a:r>
              <a:rPr lang="it-IT" sz="1000">
                <a:solidFill>
                  <a:srgbClr val="17428B"/>
                </a:solidFill>
                <a:latin typeface="Montserrat" panose="00000500000000000000" pitchFamily="2" charset="0"/>
              </a:rPr>
              <a:t> </a:t>
            </a:r>
            <a:r>
              <a:rPr lang="it-IT" sz="1000" err="1">
                <a:solidFill>
                  <a:srgbClr val="17428B"/>
                </a:solidFill>
                <a:latin typeface="Montserrat" panose="00000500000000000000" pitchFamily="2" charset="0"/>
              </a:rPr>
              <a:t>identification</a:t>
            </a:r>
            <a:r>
              <a:rPr lang="it-IT" sz="1000">
                <a:solidFill>
                  <a:srgbClr val="17428B"/>
                </a:solidFill>
                <a:latin typeface="Montserrat" panose="00000500000000000000" pitchFamily="2" charset="0"/>
              </a:rPr>
              <a:t> and </a:t>
            </a:r>
            <a:r>
              <a:rPr lang="it-IT" sz="1000" err="1">
                <a:solidFill>
                  <a:srgbClr val="17428B"/>
                </a:solidFill>
                <a:latin typeface="Montserrat" panose="00000500000000000000" pitchFamily="2" charset="0"/>
              </a:rPr>
              <a:t>analysis</a:t>
            </a:r>
            <a:endParaRPr lang="it-IT" sz="1000">
              <a:solidFill>
                <a:srgbClr val="17428B"/>
              </a:solidFill>
              <a:latin typeface="Montserrat" panose="00000500000000000000" pitchFamily="2" charset="0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2CC85688-6B2B-E14F-8D70-361DD5EE4672}"/>
              </a:ext>
            </a:extLst>
          </p:cNvPr>
          <p:cNvSpPr/>
          <p:nvPr/>
        </p:nvSpPr>
        <p:spPr>
          <a:xfrm>
            <a:off x="7748011" y="5157141"/>
            <a:ext cx="2780302" cy="154800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r>
              <a:rPr lang="it-IT" sz="1000">
                <a:solidFill>
                  <a:srgbClr val="17428B"/>
                </a:solidFill>
                <a:latin typeface="Montserrat" panose="00000500000000000000" pitchFamily="2" charset="0"/>
              </a:rPr>
              <a:t>Third Gate</a:t>
            </a:r>
          </a:p>
        </p:txBody>
      </p:sp>
      <p:grpSp>
        <p:nvGrpSpPr>
          <p:cNvPr id="48" name="Gruppo 47">
            <a:extLst>
              <a:ext uri="{FF2B5EF4-FFF2-40B4-BE49-F238E27FC236}">
                <a16:creationId xmlns:a16="http://schemas.microsoft.com/office/drawing/2014/main" id="{889636E7-FB27-8E4C-AEAA-FF82BB934195}"/>
              </a:ext>
            </a:extLst>
          </p:cNvPr>
          <p:cNvGrpSpPr/>
          <p:nvPr/>
        </p:nvGrpSpPr>
        <p:grpSpPr>
          <a:xfrm>
            <a:off x="5819756" y="3207451"/>
            <a:ext cx="1512729" cy="244555"/>
            <a:chOff x="5175706" y="2614767"/>
            <a:chExt cx="1512729" cy="244555"/>
          </a:xfrm>
        </p:grpSpPr>
        <p:sp>
          <p:nvSpPr>
            <p:cNvPr id="49" name="Rombo 48">
              <a:extLst>
                <a:ext uri="{FF2B5EF4-FFF2-40B4-BE49-F238E27FC236}">
                  <a16:creationId xmlns:a16="http://schemas.microsoft.com/office/drawing/2014/main" id="{6BED206C-B8F5-8A45-95AF-D147389A7440}"/>
                </a:ext>
              </a:extLst>
            </p:cNvPr>
            <p:cNvSpPr/>
            <p:nvPr/>
          </p:nvSpPr>
          <p:spPr>
            <a:xfrm>
              <a:off x="5175706" y="2710842"/>
              <a:ext cx="156610" cy="148480"/>
            </a:xfrm>
            <a:prstGeom prst="diamond">
              <a:avLst/>
            </a:prstGeom>
            <a:solidFill>
              <a:srgbClr val="DBF11E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0" name="Callout 13 49">
              <a:extLst>
                <a:ext uri="{FF2B5EF4-FFF2-40B4-BE49-F238E27FC236}">
                  <a16:creationId xmlns:a16="http://schemas.microsoft.com/office/drawing/2014/main" id="{83852356-4D91-A04B-ADFF-6F94EE722217}"/>
                </a:ext>
              </a:extLst>
            </p:cNvPr>
            <p:cNvSpPr/>
            <p:nvPr/>
          </p:nvSpPr>
          <p:spPr>
            <a:xfrm>
              <a:off x="5484349" y="2614767"/>
              <a:ext cx="1204086" cy="230832"/>
            </a:xfrm>
            <a:prstGeom prst="accentBorderCallout1">
              <a:avLst>
                <a:gd name="adj1" fmla="val 18750"/>
                <a:gd name="adj2" fmla="val -8333"/>
                <a:gd name="adj3" fmla="val 67119"/>
                <a:gd name="adj4" fmla="val -18238"/>
              </a:avLst>
            </a:prstGeom>
            <a:solidFill>
              <a:schemeClr val="bg1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it-IT" sz="900">
                  <a:solidFill>
                    <a:srgbClr val="17428B"/>
                  </a:solidFill>
                  <a:latin typeface="Montserrat" panose="00000500000000000000" pitchFamily="2" charset="0"/>
                </a:rPr>
                <a:t>1</a:t>
              </a:r>
              <a:r>
                <a:rPr lang="it-IT" sz="900" baseline="30000">
                  <a:solidFill>
                    <a:srgbClr val="17428B"/>
                  </a:solidFill>
                  <a:latin typeface="Montserrat" panose="00000500000000000000" pitchFamily="2" charset="0"/>
                </a:rPr>
                <a:t>st</a:t>
              </a:r>
              <a:r>
                <a:rPr lang="it-IT" sz="900">
                  <a:solidFill>
                    <a:srgbClr val="17428B"/>
                  </a:solidFill>
                  <a:latin typeface="Montserrat" panose="00000500000000000000" pitchFamily="2" charset="0"/>
                </a:rPr>
                <a:t> Gate </a:t>
              </a:r>
              <a:r>
                <a:rPr lang="it-IT" sz="900" err="1">
                  <a:solidFill>
                    <a:srgbClr val="17428B"/>
                  </a:solidFill>
                  <a:latin typeface="Montserrat" panose="00000500000000000000" pitchFamily="2" charset="0"/>
                </a:rPr>
                <a:t>deadline</a:t>
              </a:r>
              <a:endParaRPr lang="it-IT" sz="9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51824F8A-CA27-9748-850E-1FB98F3AC4E6}"/>
              </a:ext>
            </a:extLst>
          </p:cNvPr>
          <p:cNvGrpSpPr/>
          <p:nvPr/>
        </p:nvGrpSpPr>
        <p:grpSpPr>
          <a:xfrm>
            <a:off x="7756720" y="4797762"/>
            <a:ext cx="1512729" cy="230832"/>
            <a:chOff x="5175706" y="2632185"/>
            <a:chExt cx="1512729" cy="230832"/>
          </a:xfrm>
        </p:grpSpPr>
        <p:sp>
          <p:nvSpPr>
            <p:cNvPr id="52" name="Rombo 51">
              <a:extLst>
                <a:ext uri="{FF2B5EF4-FFF2-40B4-BE49-F238E27FC236}">
                  <a16:creationId xmlns:a16="http://schemas.microsoft.com/office/drawing/2014/main" id="{8A32DC75-3912-114E-B678-308EF06E2051}"/>
                </a:ext>
              </a:extLst>
            </p:cNvPr>
            <p:cNvSpPr/>
            <p:nvPr/>
          </p:nvSpPr>
          <p:spPr>
            <a:xfrm>
              <a:off x="5175706" y="2710842"/>
              <a:ext cx="156610" cy="148480"/>
            </a:xfrm>
            <a:prstGeom prst="diamond">
              <a:avLst/>
            </a:prstGeom>
            <a:solidFill>
              <a:srgbClr val="DBF11E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3" name="Callout 13 52">
              <a:extLst>
                <a:ext uri="{FF2B5EF4-FFF2-40B4-BE49-F238E27FC236}">
                  <a16:creationId xmlns:a16="http://schemas.microsoft.com/office/drawing/2014/main" id="{16598437-C035-A645-BBC7-D351C25E75F0}"/>
                </a:ext>
              </a:extLst>
            </p:cNvPr>
            <p:cNvSpPr/>
            <p:nvPr/>
          </p:nvSpPr>
          <p:spPr>
            <a:xfrm>
              <a:off x="5484349" y="2632185"/>
              <a:ext cx="1204086" cy="230832"/>
            </a:xfrm>
            <a:prstGeom prst="accentBorderCallout1">
              <a:avLst>
                <a:gd name="adj1" fmla="val 18750"/>
                <a:gd name="adj2" fmla="val -8333"/>
                <a:gd name="adj3" fmla="val 67119"/>
                <a:gd name="adj4" fmla="val -18238"/>
              </a:avLst>
            </a:prstGeom>
            <a:solidFill>
              <a:schemeClr val="bg1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it-IT" sz="900">
                  <a:solidFill>
                    <a:srgbClr val="17428B"/>
                  </a:solidFill>
                  <a:latin typeface="Montserrat" panose="00000500000000000000" pitchFamily="2" charset="0"/>
                </a:rPr>
                <a:t>2</a:t>
              </a:r>
              <a:r>
                <a:rPr lang="it-IT" sz="900" baseline="30000">
                  <a:solidFill>
                    <a:srgbClr val="17428B"/>
                  </a:solidFill>
                  <a:latin typeface="Montserrat" panose="00000500000000000000" pitchFamily="2" charset="0"/>
                </a:rPr>
                <a:t>nd</a:t>
              </a:r>
              <a:r>
                <a:rPr lang="it-IT" sz="900">
                  <a:solidFill>
                    <a:srgbClr val="17428B"/>
                  </a:solidFill>
                  <a:latin typeface="Montserrat" panose="00000500000000000000" pitchFamily="2" charset="0"/>
                </a:rPr>
                <a:t> Gate </a:t>
              </a:r>
              <a:r>
                <a:rPr lang="it-IT" sz="900" err="1">
                  <a:solidFill>
                    <a:srgbClr val="17428B"/>
                  </a:solidFill>
                  <a:latin typeface="Montserrat" panose="00000500000000000000" pitchFamily="2" charset="0"/>
                </a:rPr>
                <a:t>deadline</a:t>
              </a:r>
              <a:endParaRPr lang="it-IT" sz="9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54" name="Gruppo 53">
            <a:extLst>
              <a:ext uri="{FF2B5EF4-FFF2-40B4-BE49-F238E27FC236}">
                <a16:creationId xmlns:a16="http://schemas.microsoft.com/office/drawing/2014/main" id="{677478AD-93DB-4F44-9776-9DE63600E750}"/>
              </a:ext>
            </a:extLst>
          </p:cNvPr>
          <p:cNvGrpSpPr/>
          <p:nvPr/>
        </p:nvGrpSpPr>
        <p:grpSpPr>
          <a:xfrm>
            <a:off x="10554460" y="5010992"/>
            <a:ext cx="941845" cy="369332"/>
            <a:chOff x="5175706" y="2560466"/>
            <a:chExt cx="941845" cy="369332"/>
          </a:xfrm>
        </p:grpSpPr>
        <p:sp>
          <p:nvSpPr>
            <p:cNvPr id="55" name="Rombo 54">
              <a:extLst>
                <a:ext uri="{FF2B5EF4-FFF2-40B4-BE49-F238E27FC236}">
                  <a16:creationId xmlns:a16="http://schemas.microsoft.com/office/drawing/2014/main" id="{679E89E7-D679-2444-AF83-2AF447DF917A}"/>
                </a:ext>
              </a:extLst>
            </p:cNvPr>
            <p:cNvSpPr/>
            <p:nvPr/>
          </p:nvSpPr>
          <p:spPr>
            <a:xfrm>
              <a:off x="5175706" y="2710842"/>
              <a:ext cx="156610" cy="148480"/>
            </a:xfrm>
            <a:prstGeom prst="diamond">
              <a:avLst/>
            </a:prstGeom>
            <a:solidFill>
              <a:srgbClr val="DBF11E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6" name="Callout 13 55">
              <a:extLst>
                <a:ext uri="{FF2B5EF4-FFF2-40B4-BE49-F238E27FC236}">
                  <a16:creationId xmlns:a16="http://schemas.microsoft.com/office/drawing/2014/main" id="{E31E406F-4F9D-1748-ACD6-89AEE0833165}"/>
                </a:ext>
              </a:extLst>
            </p:cNvPr>
            <p:cNvSpPr/>
            <p:nvPr/>
          </p:nvSpPr>
          <p:spPr>
            <a:xfrm>
              <a:off x="5408332" y="2560466"/>
              <a:ext cx="709219" cy="369332"/>
            </a:xfrm>
            <a:prstGeom prst="accentBorderCallout1">
              <a:avLst>
                <a:gd name="adj1" fmla="val 18750"/>
                <a:gd name="adj2" fmla="val -8333"/>
                <a:gd name="adj3" fmla="val 67119"/>
                <a:gd name="adj4" fmla="val -18238"/>
              </a:avLst>
            </a:prstGeom>
            <a:solidFill>
              <a:schemeClr val="bg1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it-IT" sz="900">
                  <a:solidFill>
                    <a:srgbClr val="17428B"/>
                  </a:solidFill>
                  <a:latin typeface="Montserrat" panose="00000500000000000000" pitchFamily="2" charset="0"/>
                </a:rPr>
                <a:t>3</a:t>
              </a:r>
              <a:r>
                <a:rPr lang="it-IT" sz="900" baseline="30000">
                  <a:solidFill>
                    <a:srgbClr val="17428B"/>
                  </a:solidFill>
                  <a:latin typeface="Montserrat" panose="00000500000000000000" pitchFamily="2" charset="0"/>
                </a:rPr>
                <a:t>rd</a:t>
              </a:r>
              <a:r>
                <a:rPr lang="it-IT" sz="900">
                  <a:solidFill>
                    <a:srgbClr val="17428B"/>
                  </a:solidFill>
                  <a:latin typeface="Montserrat" panose="00000500000000000000" pitchFamily="2" charset="0"/>
                </a:rPr>
                <a:t> Gate </a:t>
              </a:r>
              <a:r>
                <a:rPr lang="it-IT" sz="900" err="1">
                  <a:solidFill>
                    <a:srgbClr val="17428B"/>
                  </a:solidFill>
                  <a:latin typeface="Montserrat" panose="00000500000000000000" pitchFamily="2" charset="0"/>
                </a:rPr>
                <a:t>deadline</a:t>
              </a:r>
              <a:endParaRPr lang="it-IT" sz="9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26A6844F-2A05-5946-8D8B-0A4193C6074C}"/>
              </a:ext>
            </a:extLst>
          </p:cNvPr>
          <p:cNvGrpSpPr/>
          <p:nvPr/>
        </p:nvGrpSpPr>
        <p:grpSpPr>
          <a:xfrm>
            <a:off x="11288486" y="5413765"/>
            <a:ext cx="870859" cy="507831"/>
            <a:chOff x="5175706" y="2560466"/>
            <a:chExt cx="875539" cy="507831"/>
          </a:xfrm>
        </p:grpSpPr>
        <p:sp>
          <p:nvSpPr>
            <p:cNvPr id="58" name="Rombo 57">
              <a:extLst>
                <a:ext uri="{FF2B5EF4-FFF2-40B4-BE49-F238E27FC236}">
                  <a16:creationId xmlns:a16="http://schemas.microsoft.com/office/drawing/2014/main" id="{D7BCA310-BAB8-E84A-B500-83327905D2FF}"/>
                </a:ext>
              </a:extLst>
            </p:cNvPr>
            <p:cNvSpPr/>
            <p:nvPr/>
          </p:nvSpPr>
          <p:spPr>
            <a:xfrm>
              <a:off x="5175706" y="2710842"/>
              <a:ext cx="156610" cy="148480"/>
            </a:xfrm>
            <a:prstGeom prst="diamond">
              <a:avLst/>
            </a:prstGeom>
            <a:solidFill>
              <a:srgbClr val="DBF11E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9" name="Callout 13 58">
              <a:extLst>
                <a:ext uri="{FF2B5EF4-FFF2-40B4-BE49-F238E27FC236}">
                  <a16:creationId xmlns:a16="http://schemas.microsoft.com/office/drawing/2014/main" id="{AE2017B0-5644-C243-A946-B6089068A9E4}"/>
                </a:ext>
              </a:extLst>
            </p:cNvPr>
            <p:cNvSpPr/>
            <p:nvPr/>
          </p:nvSpPr>
          <p:spPr>
            <a:xfrm>
              <a:off x="5408333" y="2560466"/>
              <a:ext cx="642912" cy="507831"/>
            </a:xfrm>
            <a:prstGeom prst="accentBorderCallout1">
              <a:avLst>
                <a:gd name="adj1" fmla="val 18750"/>
                <a:gd name="adj2" fmla="val -8333"/>
                <a:gd name="adj3" fmla="val 67119"/>
                <a:gd name="adj4" fmla="val -18238"/>
              </a:avLst>
            </a:prstGeom>
            <a:solidFill>
              <a:schemeClr val="bg1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it-IT" sz="900" err="1">
                  <a:solidFill>
                    <a:srgbClr val="17428B"/>
                  </a:solidFill>
                  <a:latin typeface="Montserrat" panose="00000500000000000000" pitchFamily="2" charset="0"/>
                </a:rPr>
                <a:t>Closing</a:t>
              </a:r>
              <a:r>
                <a:rPr lang="it-IT" sz="900">
                  <a:solidFill>
                    <a:srgbClr val="17428B"/>
                  </a:solidFill>
                  <a:latin typeface="Montserrat" panose="00000500000000000000" pitchFamily="2" charset="0"/>
                </a:rPr>
                <a:t> </a:t>
              </a:r>
              <a:r>
                <a:rPr lang="it-IT" sz="900" err="1">
                  <a:solidFill>
                    <a:srgbClr val="17428B"/>
                  </a:solidFill>
                  <a:latin typeface="Montserrat" panose="00000500000000000000" pitchFamily="2" charset="0"/>
                </a:rPr>
                <a:t>Cerimony</a:t>
              </a:r>
              <a:endParaRPr lang="it-IT" sz="9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55941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32AB6F17-92B7-DD4E-AE30-7A720CBE6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748" y="1064357"/>
            <a:ext cx="9255820" cy="4949293"/>
          </a:xfrm>
          <a:prstGeom prst="rect">
            <a:avLst/>
          </a:prstGeom>
          <a:ln>
            <a:noFill/>
          </a:ln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92E68C12-A3F0-B644-AD84-E1B865BFF450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High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level</a:t>
            </a:r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plan</a:t>
            </a:r>
            <a:endParaRPr lang="it-IT">
              <a:solidFill>
                <a:srgbClr val="134193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2812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3">
            <a:extLst>
              <a:ext uri="{FF2B5EF4-FFF2-40B4-BE49-F238E27FC236}">
                <a16:creationId xmlns:a16="http://schemas.microsoft.com/office/drawing/2014/main" id="{0F9E298A-E924-3D46-A8F3-ADFAFCA3E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339849"/>
              </p:ext>
            </p:extLst>
          </p:nvPr>
        </p:nvGraphicFramePr>
        <p:xfrm>
          <a:off x="171449" y="1218899"/>
          <a:ext cx="11858872" cy="30393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6871">
                  <a:extLst>
                    <a:ext uri="{9D8B030D-6E8A-4147-A177-3AD203B41FA5}">
                      <a16:colId xmlns:a16="http://schemas.microsoft.com/office/drawing/2014/main" val="943799126"/>
                    </a:ext>
                  </a:extLst>
                </a:gridCol>
                <a:gridCol w="1618927">
                  <a:extLst>
                    <a:ext uri="{9D8B030D-6E8A-4147-A177-3AD203B41FA5}">
                      <a16:colId xmlns:a16="http://schemas.microsoft.com/office/drawing/2014/main" val="1653647726"/>
                    </a:ext>
                  </a:extLst>
                </a:gridCol>
                <a:gridCol w="1314513">
                  <a:extLst>
                    <a:ext uri="{9D8B030D-6E8A-4147-A177-3AD203B41FA5}">
                      <a16:colId xmlns:a16="http://schemas.microsoft.com/office/drawing/2014/main" val="3771449743"/>
                    </a:ext>
                  </a:extLst>
                </a:gridCol>
                <a:gridCol w="4928561">
                  <a:extLst>
                    <a:ext uri="{9D8B030D-6E8A-4147-A177-3AD203B41FA5}">
                      <a16:colId xmlns:a16="http://schemas.microsoft.com/office/drawing/2014/main" val="4194400007"/>
                    </a:ext>
                  </a:extLst>
                </a:gridCol>
              </a:tblGrid>
              <a:tr h="448533">
                <a:tc>
                  <a:txBody>
                    <a:bodyPr/>
                    <a:lstStyle/>
                    <a:p>
                      <a:pPr algn="l"/>
                      <a:r>
                        <a:rPr lang="en-US" sz="1600" b="1" kern="1200" noProof="0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noProof="0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Likelihood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noProof="0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Severity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noProof="0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Remediation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046926"/>
                  </a:ext>
                </a:extLst>
              </a:tr>
              <a:tr h="2510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>
                          <a:latin typeface="Montserrat" panose="00000500000000000000" pitchFamily="2" charset="0"/>
                        </a:rPr>
                        <a:t>Risk #1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Remediation in case risk happens / Solution to avoid risk from happening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223226"/>
                  </a:ext>
                </a:extLst>
              </a:tr>
              <a:tr h="1944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>
                          <a:latin typeface="Montserrat" panose="00000500000000000000" pitchFamily="2" charset="0"/>
                        </a:rPr>
                        <a:t>Risk #2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anchor="ctr">
                    <a:solidFill>
                      <a:srgbClr val="FF8D8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Remediation in case risk happens / Solution to avoid risk from happening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141287"/>
                  </a:ext>
                </a:extLst>
              </a:tr>
              <a:tr h="3071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>
                          <a:latin typeface="Montserrat" panose="00000500000000000000" pitchFamily="2" charset="0"/>
                        </a:rPr>
                        <a:t>Risk #3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Medium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anchor="ctr">
                    <a:solidFill>
                      <a:srgbClr val="FF8D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Remediation in case risk happens / Solution to avoid risk from happening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941247"/>
                  </a:ext>
                </a:extLst>
              </a:tr>
              <a:tr h="3180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>
                          <a:latin typeface="Montserrat" panose="00000500000000000000" pitchFamily="2" charset="0"/>
                        </a:rPr>
                        <a:t>Risk #4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Medium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Remediation in case risk happens / Solution to avoid risk from happening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014968"/>
                  </a:ext>
                </a:extLst>
              </a:tr>
              <a:tr h="1642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>
                          <a:latin typeface="Montserrat" panose="00000500000000000000" pitchFamily="2" charset="0"/>
                        </a:rPr>
                        <a:t>Risk #5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Remediation in case risk happens / Solution to avoid risk from happening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300882"/>
                  </a:ext>
                </a:extLst>
              </a:tr>
            </a:tbl>
          </a:graphicData>
        </a:graphic>
      </p:graphicFrame>
      <p:sp>
        <p:nvSpPr>
          <p:cNvPr id="10" name="Titolo 1">
            <a:extLst>
              <a:ext uri="{FF2B5EF4-FFF2-40B4-BE49-F238E27FC236}">
                <a16:creationId xmlns:a16="http://schemas.microsoft.com/office/drawing/2014/main" id="{16AF9DDC-8A87-044F-A7CA-4A40E7019179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Risk</a:t>
            </a:r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 Analysis</a:t>
            </a:r>
          </a:p>
        </p:txBody>
      </p:sp>
    </p:spTree>
    <p:extLst>
      <p:ext uri="{BB962C8B-B14F-4D97-AF65-F5344CB8AC3E}">
        <p14:creationId xmlns:p14="http://schemas.microsoft.com/office/powerpoint/2010/main" val="206093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a 4">
            <a:extLst>
              <a:ext uri="{FF2B5EF4-FFF2-40B4-BE49-F238E27FC236}">
                <a16:creationId xmlns:a16="http://schemas.microsoft.com/office/drawing/2014/main" id="{E7941E38-7D8D-2B4C-8797-42816D17E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186645"/>
              </p:ext>
            </p:extLst>
          </p:nvPr>
        </p:nvGraphicFramePr>
        <p:xfrm>
          <a:off x="2103573" y="1149235"/>
          <a:ext cx="9494869" cy="53100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9569">
                  <a:extLst>
                    <a:ext uri="{9D8B030D-6E8A-4147-A177-3AD203B41FA5}">
                      <a16:colId xmlns:a16="http://schemas.microsoft.com/office/drawing/2014/main" val="135401727"/>
                    </a:ext>
                  </a:extLst>
                </a:gridCol>
                <a:gridCol w="7035388">
                  <a:extLst>
                    <a:ext uri="{9D8B030D-6E8A-4147-A177-3AD203B41FA5}">
                      <a16:colId xmlns:a16="http://schemas.microsoft.com/office/drawing/2014/main" val="2738241087"/>
                    </a:ext>
                  </a:extLst>
                </a:gridCol>
                <a:gridCol w="1199912">
                  <a:extLst>
                    <a:ext uri="{9D8B030D-6E8A-4147-A177-3AD203B41FA5}">
                      <a16:colId xmlns:a16="http://schemas.microsoft.com/office/drawing/2014/main" val="2255875680"/>
                    </a:ext>
                  </a:extLst>
                </a:gridCol>
              </a:tblGrid>
              <a:tr h="280742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Montserrat" panose="00000500000000000000" pitchFamily="2" charset="0"/>
                        </a:rPr>
                        <a:t>Area</a:t>
                      </a:r>
                      <a:endParaRPr lang="en-US" sz="1400">
                        <a:latin typeface="Montserrat" panose="00000500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Montserrat" panose="00000500000000000000" pitchFamily="2" charset="0"/>
                        </a:rPr>
                        <a:t>Actions/Notes</a:t>
                      </a:r>
                      <a:endParaRPr lang="en-US" sz="1400">
                        <a:latin typeface="Montserrat" panose="00000500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Montserrat" panose="00000500000000000000" pitchFamily="2" charset="0"/>
                        </a:rPr>
                        <a:t>Status</a:t>
                      </a:r>
                      <a:endParaRPr lang="en-US" sz="1400">
                        <a:latin typeface="Montserrat" panose="00000500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808597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l"/>
                      <a:r>
                        <a:rPr lang="it-IT" sz="12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        Financial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latin typeface="Montserrat" panose="00000500000000000000" pitchFamily="2" charset="0"/>
                        </a:rPr>
                        <a:t>Should we investigate other approaches in Business Case?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latin typeface="Montserrat" panose="00000500000000000000" pitchFamily="2" charset="0"/>
                        </a:rPr>
                        <a:t>Cost structure not sustainable. Look for other solutions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371242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Montserrat" panose="00000500000000000000" pitchFamily="2" charset="0"/>
                        </a:rPr>
                        <a:t>Completed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346522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Montserrat" panose="00000500000000000000" pitchFamily="2" charset="0"/>
                        </a:rPr>
                        <a:t>Completed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622628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ctr"/>
                      <a:r>
                        <a:rPr lang="it-IT" sz="12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it-IT" sz="120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Engineering</a:t>
                      </a:r>
                      <a:endParaRPr lang="it-IT" sz="120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200" b="1" err="1">
                          <a:latin typeface="Montserrat" panose="00000500000000000000" pitchFamily="2" charset="0"/>
                        </a:rPr>
                        <a:t>Lorem</a:t>
                      </a:r>
                      <a:r>
                        <a:rPr lang="it-IT" sz="1200" b="1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it-IT" sz="1200" b="1" err="1">
                          <a:latin typeface="Montserrat" panose="00000500000000000000" pitchFamily="2" charset="0"/>
                        </a:rPr>
                        <a:t>ipsum</a:t>
                      </a:r>
                      <a:endParaRPr lang="it-IT" sz="1200" b="1">
                        <a:latin typeface="Montserrat" panose="00000500000000000000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200" b="0" err="1">
                          <a:latin typeface="Montserrat" panose="00000500000000000000" pitchFamily="2" charset="0"/>
                        </a:rPr>
                        <a:t>Lorem</a:t>
                      </a:r>
                      <a:r>
                        <a:rPr lang="it-IT" sz="1200" b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it-IT" sz="1200" b="0" err="1">
                          <a:latin typeface="Montserrat" panose="00000500000000000000" pitchFamily="2" charset="0"/>
                        </a:rPr>
                        <a:t>ipsum</a:t>
                      </a:r>
                      <a:endParaRPr lang="it-IT" sz="1200" b="0">
                        <a:latin typeface="Montserrat" panose="00000500000000000000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200" b="0" err="1">
                          <a:latin typeface="Montserrat" panose="00000500000000000000" pitchFamily="2" charset="0"/>
                        </a:rPr>
                        <a:t>Lorem</a:t>
                      </a:r>
                      <a:r>
                        <a:rPr lang="it-IT" sz="1200" b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it-IT" sz="1200" b="0" err="1">
                          <a:latin typeface="Montserrat" panose="00000500000000000000" pitchFamily="2" charset="0"/>
                        </a:rPr>
                        <a:t>ipsum</a:t>
                      </a:r>
                      <a:endParaRPr lang="it-IT" sz="1200" b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>
                          <a:latin typeface="Montserrat" panose="00000500000000000000" pitchFamily="2" charset="0"/>
                        </a:rPr>
                        <a:t>On </a:t>
                      </a:r>
                      <a:r>
                        <a:rPr lang="it-IT" sz="1200" err="1">
                          <a:latin typeface="Montserrat" panose="00000500000000000000" pitchFamily="2" charset="0"/>
                        </a:rPr>
                        <a:t>going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641056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>
                          <a:latin typeface="Montserrat" panose="00000500000000000000" pitchFamily="2" charset="0"/>
                        </a:rPr>
                        <a:t>To be </a:t>
                      </a:r>
                      <a:r>
                        <a:rPr lang="it-IT" sz="1200" err="1">
                          <a:latin typeface="Montserrat" panose="00000500000000000000" pitchFamily="2" charset="0"/>
                        </a:rPr>
                        <a:t>confirmed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408415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Completed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649434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r"/>
                      <a:r>
                        <a:rPr lang="it-IT" sz="120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Communication</a:t>
                      </a:r>
                      <a:endParaRPr lang="it-IT" sz="120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200" b="1" err="1">
                          <a:latin typeface="Montserrat" panose="00000500000000000000" pitchFamily="2" charset="0"/>
                        </a:rPr>
                        <a:t>Lorem</a:t>
                      </a:r>
                      <a:r>
                        <a:rPr lang="it-IT" sz="1200" b="1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it-IT" sz="1200" b="1" err="1">
                          <a:latin typeface="Montserrat" panose="00000500000000000000" pitchFamily="2" charset="0"/>
                        </a:rPr>
                        <a:t>ipsum</a:t>
                      </a:r>
                      <a:endParaRPr lang="it-IT" sz="1200" b="1">
                        <a:latin typeface="Montserrat" panose="00000500000000000000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200" b="0" err="1">
                          <a:latin typeface="Montserrat" panose="00000500000000000000" pitchFamily="2" charset="0"/>
                        </a:rPr>
                        <a:t>Lorem</a:t>
                      </a:r>
                      <a:r>
                        <a:rPr lang="it-IT" sz="1200" b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it-IT" sz="1200" b="0" err="1">
                          <a:latin typeface="Montserrat" panose="00000500000000000000" pitchFamily="2" charset="0"/>
                        </a:rPr>
                        <a:t>ipsum</a:t>
                      </a:r>
                      <a:endParaRPr lang="it-IT" sz="1200" b="0">
                        <a:latin typeface="Montserrat" panose="00000500000000000000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200" b="0" err="1">
                          <a:latin typeface="Montserrat" panose="00000500000000000000" pitchFamily="2" charset="0"/>
                        </a:rPr>
                        <a:t>Lorem</a:t>
                      </a:r>
                      <a:r>
                        <a:rPr lang="it-IT" sz="1200" b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it-IT" sz="1200" b="0" err="1">
                          <a:latin typeface="Montserrat" panose="00000500000000000000" pitchFamily="2" charset="0"/>
                        </a:rPr>
                        <a:t>ipsum</a:t>
                      </a:r>
                      <a:endParaRPr lang="it-IT" sz="1200" b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Completed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370458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885823"/>
                  </a:ext>
                </a:extLst>
              </a:tr>
              <a:tr h="2526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Defined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518014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ctr"/>
                      <a:r>
                        <a:rPr lang="it-IT" sz="12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  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200" b="1" err="1">
                          <a:latin typeface="Montserrat" panose="00000500000000000000" pitchFamily="2" charset="0"/>
                        </a:rPr>
                        <a:t>Lorem</a:t>
                      </a:r>
                      <a:r>
                        <a:rPr lang="it-IT" sz="1200" b="1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it-IT" sz="1200" b="1" err="1">
                          <a:latin typeface="Montserrat" panose="00000500000000000000" pitchFamily="2" charset="0"/>
                        </a:rPr>
                        <a:t>ipsum</a:t>
                      </a:r>
                      <a:endParaRPr lang="it-IT" sz="1200" b="1">
                        <a:latin typeface="Montserrat" panose="00000500000000000000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200" b="0" err="1">
                          <a:latin typeface="Montserrat" panose="00000500000000000000" pitchFamily="2" charset="0"/>
                        </a:rPr>
                        <a:t>Lorem</a:t>
                      </a:r>
                      <a:r>
                        <a:rPr lang="it-IT" sz="1200" b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it-IT" sz="1200" b="0" err="1">
                          <a:latin typeface="Montserrat" panose="00000500000000000000" pitchFamily="2" charset="0"/>
                        </a:rPr>
                        <a:t>ipsum</a:t>
                      </a:r>
                      <a:endParaRPr lang="it-IT" sz="1200" b="0">
                        <a:latin typeface="Montserrat" panose="00000500000000000000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200" b="0" err="1">
                          <a:latin typeface="Montserrat" panose="00000500000000000000" pitchFamily="2" charset="0"/>
                        </a:rPr>
                        <a:t>Lorem</a:t>
                      </a:r>
                      <a:r>
                        <a:rPr lang="it-IT" sz="1200" b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it-IT" sz="1200" b="0" err="1">
                          <a:latin typeface="Montserrat" panose="00000500000000000000" pitchFamily="2" charset="0"/>
                        </a:rPr>
                        <a:t>ipsum</a:t>
                      </a:r>
                      <a:endParaRPr lang="it-IT" sz="1200" b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884438"/>
                  </a:ext>
                </a:extLst>
              </a:tr>
              <a:tr h="2526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72740"/>
                  </a:ext>
                </a:extLst>
              </a:tr>
              <a:tr h="2526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Defined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05395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Next</a:t>
                      </a:r>
                      <a:r>
                        <a:rPr lang="it-IT" sz="12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it-IT" sz="120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Steps</a:t>
                      </a:r>
                      <a:endParaRPr lang="it-IT" sz="120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200" b="1" err="1">
                          <a:latin typeface="Montserrat" panose="00000500000000000000" pitchFamily="2" charset="0"/>
                        </a:rPr>
                        <a:t>Lorem</a:t>
                      </a:r>
                      <a:r>
                        <a:rPr lang="it-IT" sz="1200" b="1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it-IT" sz="1200" b="1" err="1">
                          <a:latin typeface="Montserrat" panose="00000500000000000000" pitchFamily="2" charset="0"/>
                        </a:rPr>
                        <a:t>ipsum</a:t>
                      </a:r>
                      <a:endParaRPr lang="it-IT" sz="1200" b="1">
                        <a:latin typeface="Montserrat" panose="00000500000000000000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200" b="0" err="1">
                          <a:latin typeface="Montserrat" panose="00000500000000000000" pitchFamily="2" charset="0"/>
                        </a:rPr>
                        <a:t>Lorem</a:t>
                      </a:r>
                      <a:r>
                        <a:rPr lang="it-IT" sz="1200" b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it-IT" sz="1200" b="0" err="1">
                          <a:latin typeface="Montserrat" panose="00000500000000000000" pitchFamily="2" charset="0"/>
                        </a:rPr>
                        <a:t>ipsum</a:t>
                      </a:r>
                      <a:endParaRPr lang="it-IT" sz="1200" b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555038"/>
                  </a:ext>
                </a:extLst>
              </a:tr>
              <a:tr h="4332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Verda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Montserrat" panose="00000500000000000000" pitchFamily="2" charset="0"/>
                        </a:rPr>
                        <a:t>Delay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697076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84856"/>
                  </a:ext>
                </a:extLst>
              </a:tr>
              <a:tr h="254880">
                <a:tc rowSpan="2">
                  <a:txBody>
                    <a:bodyPr/>
                    <a:lstStyle/>
                    <a:p>
                      <a:pPr algn="l"/>
                      <a:r>
                        <a:rPr lang="it-IT" sz="12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         </a:t>
                      </a:r>
                      <a:r>
                        <a:rPr lang="it-IT" sz="120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AoB</a:t>
                      </a:r>
                      <a:endParaRPr lang="it-IT" sz="120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t-IT" sz="1200" err="1">
                          <a:latin typeface="Montserrat" panose="00000500000000000000" pitchFamily="2" charset="0"/>
                        </a:rPr>
                        <a:t>AoB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467274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197436"/>
                  </a:ext>
                </a:extLst>
              </a:tr>
            </a:tbl>
          </a:graphicData>
        </a:graphic>
      </p:graphicFrame>
      <p:sp>
        <p:nvSpPr>
          <p:cNvPr id="4" name="Titolo 1">
            <a:extLst>
              <a:ext uri="{FF2B5EF4-FFF2-40B4-BE49-F238E27FC236}">
                <a16:creationId xmlns:a16="http://schemas.microsoft.com/office/drawing/2014/main" id="{EB65F758-A676-6F48-8C3F-A70E743A5903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Open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points</a:t>
            </a:r>
            <a:endParaRPr lang="it-IT">
              <a:solidFill>
                <a:srgbClr val="134193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Rombo 10">
            <a:extLst>
              <a:ext uri="{FF2B5EF4-FFF2-40B4-BE49-F238E27FC236}">
                <a16:creationId xmlns:a16="http://schemas.microsoft.com/office/drawing/2014/main" id="{9F8D8588-B489-DE47-B44D-1E667DA7D8C0}"/>
              </a:ext>
            </a:extLst>
          </p:cNvPr>
          <p:cNvSpPr/>
          <p:nvPr/>
        </p:nvSpPr>
        <p:spPr>
          <a:xfrm>
            <a:off x="2216306" y="1743284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1</a:t>
            </a:r>
            <a:endParaRPr lang="it-IT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F1338086-1FEE-8B41-B5FD-017C9F573609}"/>
              </a:ext>
            </a:extLst>
          </p:cNvPr>
          <p:cNvSpPr/>
          <p:nvPr/>
        </p:nvSpPr>
        <p:spPr>
          <a:xfrm>
            <a:off x="2216306" y="2581436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2</a:t>
            </a:r>
            <a:endParaRPr lang="it-IT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3" name="Rombo 12">
            <a:extLst>
              <a:ext uri="{FF2B5EF4-FFF2-40B4-BE49-F238E27FC236}">
                <a16:creationId xmlns:a16="http://schemas.microsoft.com/office/drawing/2014/main" id="{AA15CFB5-5B7A-EB4E-A5DC-C559056D7248}"/>
              </a:ext>
            </a:extLst>
          </p:cNvPr>
          <p:cNvSpPr/>
          <p:nvPr/>
        </p:nvSpPr>
        <p:spPr>
          <a:xfrm>
            <a:off x="2216306" y="3400538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3</a:t>
            </a:r>
            <a:endParaRPr lang="it-IT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4" name="Rombo 13">
            <a:extLst>
              <a:ext uri="{FF2B5EF4-FFF2-40B4-BE49-F238E27FC236}">
                <a16:creationId xmlns:a16="http://schemas.microsoft.com/office/drawing/2014/main" id="{17458950-83EF-A543-8A0E-18C87F721157}"/>
              </a:ext>
            </a:extLst>
          </p:cNvPr>
          <p:cNvSpPr/>
          <p:nvPr/>
        </p:nvSpPr>
        <p:spPr>
          <a:xfrm>
            <a:off x="2216306" y="4213290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4</a:t>
            </a:r>
            <a:endParaRPr lang="it-IT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5" name="Rombo 14">
            <a:extLst>
              <a:ext uri="{FF2B5EF4-FFF2-40B4-BE49-F238E27FC236}">
                <a16:creationId xmlns:a16="http://schemas.microsoft.com/office/drawing/2014/main" id="{C08384D8-5B71-E04C-A333-C364D5BB1660}"/>
              </a:ext>
            </a:extLst>
          </p:cNvPr>
          <p:cNvSpPr/>
          <p:nvPr/>
        </p:nvSpPr>
        <p:spPr>
          <a:xfrm>
            <a:off x="2216306" y="5130570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5</a:t>
            </a:r>
            <a:endParaRPr lang="it-IT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6" name="Rombo 15">
            <a:extLst>
              <a:ext uri="{FF2B5EF4-FFF2-40B4-BE49-F238E27FC236}">
                <a16:creationId xmlns:a16="http://schemas.microsoft.com/office/drawing/2014/main" id="{76733FD6-22F4-D74A-8C34-22F86AE06F3C}"/>
              </a:ext>
            </a:extLst>
          </p:cNvPr>
          <p:cNvSpPr/>
          <p:nvPr/>
        </p:nvSpPr>
        <p:spPr>
          <a:xfrm>
            <a:off x="2217483" y="5886235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6</a:t>
            </a:r>
            <a:endParaRPr lang="it-IT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036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E0E7C1-CDA4-4C0F-80DC-9A12CDFBE4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it-IT">
                <a:latin typeface="Montserrat" panose="00000500000000000000" pitchFamily="2" charset="0"/>
              </a:rPr>
              <a:t> </a:t>
            </a:r>
          </a:p>
        </p:txBody>
      </p:sp>
      <p:grpSp>
        <p:nvGrpSpPr>
          <p:cNvPr id="13" name="Google Shape;847;p72">
            <a:extLst>
              <a:ext uri="{FF2B5EF4-FFF2-40B4-BE49-F238E27FC236}">
                <a16:creationId xmlns:a16="http://schemas.microsoft.com/office/drawing/2014/main" id="{1DA0B581-90E9-9641-B715-49E1B734B570}"/>
              </a:ext>
            </a:extLst>
          </p:cNvPr>
          <p:cNvGrpSpPr/>
          <p:nvPr/>
        </p:nvGrpSpPr>
        <p:grpSpPr>
          <a:xfrm>
            <a:off x="275981" y="1858510"/>
            <a:ext cx="1683400" cy="1699781"/>
            <a:chOff x="4044273" y="640400"/>
            <a:chExt cx="864427" cy="868457"/>
          </a:xfrm>
          <a:solidFill>
            <a:schemeClr val="bg2"/>
          </a:solidFill>
        </p:grpSpPr>
        <p:sp>
          <p:nvSpPr>
            <p:cNvPr id="14" name="Google Shape;848;p72">
              <a:extLst>
                <a:ext uri="{FF2B5EF4-FFF2-40B4-BE49-F238E27FC236}">
                  <a16:creationId xmlns:a16="http://schemas.microsoft.com/office/drawing/2014/main" id="{63375655-A24D-0342-983B-997D57C5A0ED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15" name="Google Shape;849;p72">
              <a:extLst>
                <a:ext uri="{FF2B5EF4-FFF2-40B4-BE49-F238E27FC236}">
                  <a16:creationId xmlns:a16="http://schemas.microsoft.com/office/drawing/2014/main" id="{009F84DC-9B3A-AA49-BFC3-AC93B8034C2C}"/>
                </a:ext>
              </a:extLst>
            </p:cNvPr>
            <p:cNvSpPr/>
            <p:nvPr/>
          </p:nvSpPr>
          <p:spPr>
            <a:xfrm rot="10800000">
              <a:off x="4044273" y="649957"/>
              <a:ext cx="858900" cy="858900"/>
            </a:xfrm>
            <a:prstGeom prst="blockArc">
              <a:avLst>
                <a:gd name="adj1" fmla="val 16616254"/>
                <a:gd name="adj2" fmla="val 21083433"/>
                <a:gd name="adj3" fmla="val 14328"/>
              </a:avLst>
            </a:prstGeom>
            <a:solidFill>
              <a:srgbClr val="DBF11E"/>
            </a:solidFill>
            <a:ln w="9525" cap="flat" cmpd="sng">
              <a:solidFill>
                <a:srgbClr val="DBF1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40E7C67-B3D2-4C4C-B3F6-03FBA265142A}"/>
              </a:ext>
            </a:extLst>
          </p:cNvPr>
          <p:cNvSpPr txBox="1"/>
          <p:nvPr/>
        </p:nvSpPr>
        <p:spPr>
          <a:xfrm>
            <a:off x="220581" y="3714182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54994"/>
                </a:solidFill>
                <a:latin typeface="Montserrat" panose="00000500000000000000" pitchFamily="2" charset="0"/>
              </a:rPr>
              <a:t>Week 1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DE3C784F-736A-E04C-9289-D1FF832695A5}"/>
              </a:ext>
            </a:extLst>
          </p:cNvPr>
          <p:cNvSpPr txBox="1"/>
          <p:nvPr/>
        </p:nvSpPr>
        <p:spPr>
          <a:xfrm>
            <a:off x="141359" y="4245278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400">
                <a:latin typeface="Montserrat" panose="00000500000000000000" pitchFamily="2" charset="0"/>
              </a:rPr>
              <a:t>This is a placeholder text. This text can be replaced with your own text.</a:t>
            </a:r>
            <a:endParaRPr lang="it-IT">
              <a:latin typeface="Montserrat" panose="00000500000000000000" pitchFamily="2" charset="0"/>
            </a:endParaRPr>
          </a:p>
        </p:txBody>
      </p:sp>
      <p:pic>
        <p:nvPicPr>
          <p:cNvPr id="56" name="Elemento grafico 55">
            <a:extLst>
              <a:ext uri="{FF2B5EF4-FFF2-40B4-BE49-F238E27FC236}">
                <a16:creationId xmlns:a16="http://schemas.microsoft.com/office/drawing/2014/main" id="{BE726B66-E3E0-DA43-9774-F0E317981F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5225" y="2206488"/>
            <a:ext cx="795673" cy="985119"/>
          </a:xfrm>
          <a:prstGeom prst="rect">
            <a:avLst/>
          </a:prstGeom>
        </p:spPr>
      </p:pic>
      <p:grpSp>
        <p:nvGrpSpPr>
          <p:cNvPr id="57" name="Google Shape;847;p72">
            <a:extLst>
              <a:ext uri="{FF2B5EF4-FFF2-40B4-BE49-F238E27FC236}">
                <a16:creationId xmlns:a16="http://schemas.microsoft.com/office/drawing/2014/main" id="{033E37E9-E83A-4F48-95F1-69DE150A0DF5}"/>
              </a:ext>
            </a:extLst>
          </p:cNvPr>
          <p:cNvGrpSpPr/>
          <p:nvPr/>
        </p:nvGrpSpPr>
        <p:grpSpPr>
          <a:xfrm>
            <a:off x="2663327" y="1858510"/>
            <a:ext cx="1683400" cy="1708248"/>
            <a:chOff x="4044273" y="640400"/>
            <a:chExt cx="864427" cy="872783"/>
          </a:xfrm>
          <a:solidFill>
            <a:schemeClr val="bg2"/>
          </a:solidFill>
        </p:grpSpPr>
        <p:sp>
          <p:nvSpPr>
            <p:cNvPr id="58" name="Google Shape;848;p72">
              <a:extLst>
                <a:ext uri="{FF2B5EF4-FFF2-40B4-BE49-F238E27FC236}">
                  <a16:creationId xmlns:a16="http://schemas.microsoft.com/office/drawing/2014/main" id="{D098266E-E2D5-804E-8F85-E8CE818A12EF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59" name="Google Shape;849;p72">
              <a:extLst>
                <a:ext uri="{FF2B5EF4-FFF2-40B4-BE49-F238E27FC236}">
                  <a16:creationId xmlns:a16="http://schemas.microsoft.com/office/drawing/2014/main" id="{548F0040-DB82-7048-9E2B-E6F012DED741}"/>
                </a:ext>
              </a:extLst>
            </p:cNvPr>
            <p:cNvSpPr/>
            <p:nvPr/>
          </p:nvSpPr>
          <p:spPr>
            <a:xfrm rot="10800000">
              <a:off x="4044273" y="654283"/>
              <a:ext cx="858900" cy="858900"/>
            </a:xfrm>
            <a:prstGeom prst="blockArc">
              <a:avLst>
                <a:gd name="adj1" fmla="val 13111540"/>
                <a:gd name="adj2" fmla="val 71456"/>
                <a:gd name="adj3" fmla="val 14722"/>
              </a:avLst>
            </a:prstGeom>
            <a:solidFill>
              <a:srgbClr val="DBF11E"/>
            </a:solidFill>
            <a:ln w="9525" cap="flat" cmpd="sng">
              <a:solidFill>
                <a:srgbClr val="DBF1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96ADB8B8-555E-B640-B9C8-D7619178E75B}"/>
              </a:ext>
            </a:extLst>
          </p:cNvPr>
          <p:cNvSpPr txBox="1"/>
          <p:nvPr/>
        </p:nvSpPr>
        <p:spPr>
          <a:xfrm>
            <a:off x="2607927" y="3714182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54994"/>
                </a:solidFill>
                <a:latin typeface="Montserrat" panose="00000500000000000000" pitchFamily="2" charset="0"/>
              </a:rPr>
              <a:t>Week 2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1BC3255E-BC28-CC49-87B4-F7023A634296}"/>
              </a:ext>
            </a:extLst>
          </p:cNvPr>
          <p:cNvSpPr txBox="1"/>
          <p:nvPr/>
        </p:nvSpPr>
        <p:spPr>
          <a:xfrm>
            <a:off x="2482052" y="4244546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400">
                <a:latin typeface="Montserrat" panose="00000500000000000000" pitchFamily="2" charset="0"/>
              </a:rPr>
              <a:t>This is a placeholder text. This text can be replaced with your own text.</a:t>
            </a:r>
            <a:endParaRPr lang="it-IT">
              <a:latin typeface="Montserrat" panose="00000500000000000000" pitchFamily="2" charset="0"/>
            </a:endParaRPr>
          </a:p>
        </p:txBody>
      </p:sp>
      <p:pic>
        <p:nvPicPr>
          <p:cNvPr id="63" name="Graphic 167">
            <a:extLst>
              <a:ext uri="{FF2B5EF4-FFF2-40B4-BE49-F238E27FC236}">
                <a16:creationId xmlns:a16="http://schemas.microsoft.com/office/drawing/2014/main" id="{6FD332AD-DBDA-7B47-8D41-E87B54AA1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54839" y="2372947"/>
            <a:ext cx="689612" cy="689612"/>
          </a:xfrm>
          <a:prstGeom prst="rect">
            <a:avLst/>
          </a:prstGeom>
        </p:spPr>
      </p:pic>
      <p:grpSp>
        <p:nvGrpSpPr>
          <p:cNvPr id="64" name="Google Shape;847;p72">
            <a:extLst>
              <a:ext uri="{FF2B5EF4-FFF2-40B4-BE49-F238E27FC236}">
                <a16:creationId xmlns:a16="http://schemas.microsoft.com/office/drawing/2014/main" id="{82A62CC3-AFBA-0C48-AC45-8F0B9512DE64}"/>
              </a:ext>
            </a:extLst>
          </p:cNvPr>
          <p:cNvGrpSpPr/>
          <p:nvPr/>
        </p:nvGrpSpPr>
        <p:grpSpPr>
          <a:xfrm>
            <a:off x="5194598" y="1877214"/>
            <a:ext cx="1683400" cy="1682847"/>
            <a:chOff x="4044273" y="640400"/>
            <a:chExt cx="864427" cy="859805"/>
          </a:xfrm>
          <a:solidFill>
            <a:schemeClr val="bg2"/>
          </a:solidFill>
        </p:grpSpPr>
        <p:sp>
          <p:nvSpPr>
            <p:cNvPr id="65" name="Google Shape;848;p72">
              <a:extLst>
                <a:ext uri="{FF2B5EF4-FFF2-40B4-BE49-F238E27FC236}">
                  <a16:creationId xmlns:a16="http://schemas.microsoft.com/office/drawing/2014/main" id="{7AB0055E-8C92-D34E-8F00-D845070D0FA7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66" name="Google Shape;849;p72">
              <a:extLst>
                <a:ext uri="{FF2B5EF4-FFF2-40B4-BE49-F238E27FC236}">
                  <a16:creationId xmlns:a16="http://schemas.microsoft.com/office/drawing/2014/main" id="{4BA67F39-04EB-874F-B4DF-EA983F973E16}"/>
                </a:ext>
              </a:extLst>
            </p:cNvPr>
            <p:cNvSpPr/>
            <p:nvPr/>
          </p:nvSpPr>
          <p:spPr>
            <a:xfrm rot="10800000">
              <a:off x="4044273" y="641305"/>
              <a:ext cx="858900" cy="858900"/>
            </a:xfrm>
            <a:prstGeom prst="blockArc">
              <a:avLst>
                <a:gd name="adj1" fmla="val 9504681"/>
                <a:gd name="adj2" fmla="val 2074724"/>
                <a:gd name="adj3" fmla="val 12690"/>
              </a:avLst>
            </a:prstGeom>
            <a:solidFill>
              <a:srgbClr val="DBF11E"/>
            </a:solidFill>
            <a:ln w="9525" cap="flat" cmpd="sng">
              <a:solidFill>
                <a:srgbClr val="DBF1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22D420A0-9EAD-D549-A1CC-29936679280D}"/>
              </a:ext>
            </a:extLst>
          </p:cNvPr>
          <p:cNvSpPr txBox="1"/>
          <p:nvPr/>
        </p:nvSpPr>
        <p:spPr>
          <a:xfrm>
            <a:off x="5139198" y="3732886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54994"/>
                </a:solidFill>
                <a:latin typeface="Montserrat" panose="00000500000000000000" pitchFamily="2" charset="0"/>
              </a:rPr>
              <a:t>Week 3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64F0A8E2-18D8-FA43-9C0B-376B6CF7F6D3}"/>
              </a:ext>
            </a:extLst>
          </p:cNvPr>
          <p:cNvSpPr txBox="1"/>
          <p:nvPr/>
        </p:nvSpPr>
        <p:spPr>
          <a:xfrm>
            <a:off x="5013323" y="4263250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400">
                <a:latin typeface="Montserrat" panose="00000500000000000000" pitchFamily="2" charset="0"/>
              </a:rPr>
              <a:t>This is a placeholder text. This text can be replaced with your own text.</a:t>
            </a:r>
            <a:endParaRPr lang="it-IT">
              <a:latin typeface="Montserrat" panose="00000500000000000000" pitchFamily="2" charset="0"/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3E6DA024-F7B8-BE46-9F48-7FD3A4833406}"/>
              </a:ext>
            </a:extLst>
          </p:cNvPr>
          <p:cNvGrpSpPr/>
          <p:nvPr/>
        </p:nvGrpSpPr>
        <p:grpSpPr>
          <a:xfrm>
            <a:off x="5770266" y="2409374"/>
            <a:ext cx="617463" cy="654163"/>
            <a:chOff x="5932958" y="2369365"/>
            <a:chExt cx="617463" cy="654163"/>
          </a:xfrm>
        </p:grpSpPr>
        <p:pic>
          <p:nvPicPr>
            <p:cNvPr id="69" name="Graphic 132">
              <a:extLst>
                <a:ext uri="{FF2B5EF4-FFF2-40B4-BE49-F238E27FC236}">
                  <a16:creationId xmlns:a16="http://schemas.microsoft.com/office/drawing/2014/main" id="{98FE2AA5-7C5B-174D-A9BD-4017B4EEB80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32958" y="2369365"/>
              <a:ext cx="341485" cy="341483"/>
            </a:xfrm>
            <a:prstGeom prst="rect">
              <a:avLst/>
            </a:prstGeom>
          </p:spPr>
        </p:pic>
        <p:pic>
          <p:nvPicPr>
            <p:cNvPr id="70" name="Graphic 132">
              <a:extLst>
                <a:ext uri="{FF2B5EF4-FFF2-40B4-BE49-F238E27FC236}">
                  <a16:creationId xmlns:a16="http://schemas.microsoft.com/office/drawing/2014/main" id="{6CD83143-86C6-014F-835F-89D75522735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80950" y="2554059"/>
              <a:ext cx="469471" cy="469469"/>
            </a:xfrm>
            <a:prstGeom prst="rect">
              <a:avLst/>
            </a:prstGeom>
          </p:spPr>
        </p:pic>
      </p:grpSp>
      <p:grpSp>
        <p:nvGrpSpPr>
          <p:cNvPr id="71" name="Google Shape;847;p72">
            <a:extLst>
              <a:ext uri="{FF2B5EF4-FFF2-40B4-BE49-F238E27FC236}">
                <a16:creationId xmlns:a16="http://schemas.microsoft.com/office/drawing/2014/main" id="{BCE86E22-7F30-BF4E-8E05-97DE6EEEBD93}"/>
              </a:ext>
            </a:extLst>
          </p:cNvPr>
          <p:cNvGrpSpPr/>
          <p:nvPr/>
        </p:nvGrpSpPr>
        <p:grpSpPr>
          <a:xfrm>
            <a:off x="7767545" y="1833109"/>
            <a:ext cx="1674933" cy="1687771"/>
            <a:chOff x="4048621" y="636979"/>
            <a:chExt cx="860079" cy="862321"/>
          </a:xfrm>
          <a:solidFill>
            <a:schemeClr val="bg2"/>
          </a:solidFill>
        </p:grpSpPr>
        <p:sp>
          <p:nvSpPr>
            <p:cNvPr id="72" name="Google Shape;848;p72">
              <a:extLst>
                <a:ext uri="{FF2B5EF4-FFF2-40B4-BE49-F238E27FC236}">
                  <a16:creationId xmlns:a16="http://schemas.microsoft.com/office/drawing/2014/main" id="{5C7680D9-EC53-784C-BFEB-48FC5189F092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73" name="Google Shape;849;p72">
              <a:extLst>
                <a:ext uri="{FF2B5EF4-FFF2-40B4-BE49-F238E27FC236}">
                  <a16:creationId xmlns:a16="http://schemas.microsoft.com/office/drawing/2014/main" id="{7B29AC20-8F69-E748-BED4-CE4DDCF26364}"/>
                </a:ext>
              </a:extLst>
            </p:cNvPr>
            <p:cNvSpPr/>
            <p:nvPr/>
          </p:nvSpPr>
          <p:spPr>
            <a:xfrm rot="10800000">
              <a:off x="4048621" y="636979"/>
              <a:ext cx="858900" cy="858900"/>
            </a:xfrm>
            <a:prstGeom prst="blockArc">
              <a:avLst>
                <a:gd name="adj1" fmla="val 9181450"/>
                <a:gd name="adj2" fmla="val 5215825"/>
                <a:gd name="adj3" fmla="val 12474"/>
              </a:avLst>
            </a:prstGeom>
            <a:solidFill>
              <a:srgbClr val="DBF11E"/>
            </a:solidFill>
            <a:ln w="9525" cap="flat" cmpd="sng">
              <a:solidFill>
                <a:srgbClr val="DBF1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B2442C7A-6C12-2C42-A1E7-C9935BD350A0}"/>
              </a:ext>
            </a:extLst>
          </p:cNvPr>
          <p:cNvSpPr txBox="1"/>
          <p:nvPr/>
        </p:nvSpPr>
        <p:spPr>
          <a:xfrm>
            <a:off x="7703676" y="3695477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54994"/>
                </a:solidFill>
                <a:latin typeface="Montserrat" panose="00000500000000000000" pitchFamily="2" charset="0"/>
              </a:rPr>
              <a:t>Week 4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28CE0E3E-9239-F740-8181-1F8EDB410885}"/>
              </a:ext>
            </a:extLst>
          </p:cNvPr>
          <p:cNvSpPr txBox="1"/>
          <p:nvPr/>
        </p:nvSpPr>
        <p:spPr>
          <a:xfrm>
            <a:off x="7577801" y="4225841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400">
                <a:latin typeface="Montserrat" panose="00000500000000000000" pitchFamily="2" charset="0"/>
              </a:rPr>
              <a:t>This is a placeholder text. This text can be replaced with your own text.</a:t>
            </a:r>
            <a:endParaRPr lang="it-IT">
              <a:latin typeface="Montserrat" panose="00000500000000000000" pitchFamily="2" charset="0"/>
            </a:endParaRPr>
          </a:p>
        </p:txBody>
      </p:sp>
      <p:grpSp>
        <p:nvGrpSpPr>
          <p:cNvPr id="76" name="Google Shape;847;p72">
            <a:extLst>
              <a:ext uri="{FF2B5EF4-FFF2-40B4-BE49-F238E27FC236}">
                <a16:creationId xmlns:a16="http://schemas.microsoft.com/office/drawing/2014/main" id="{1DCAD6D6-E753-9743-96C3-2E1F81EEA04E}"/>
              </a:ext>
            </a:extLst>
          </p:cNvPr>
          <p:cNvGrpSpPr/>
          <p:nvPr/>
        </p:nvGrpSpPr>
        <p:grpSpPr>
          <a:xfrm>
            <a:off x="10167469" y="1846731"/>
            <a:ext cx="1683400" cy="1692854"/>
            <a:chOff x="4044273" y="634382"/>
            <a:chExt cx="864427" cy="864918"/>
          </a:xfrm>
          <a:solidFill>
            <a:schemeClr val="bg2"/>
          </a:solidFill>
        </p:grpSpPr>
        <p:sp>
          <p:nvSpPr>
            <p:cNvPr id="77" name="Google Shape;848;p72">
              <a:extLst>
                <a:ext uri="{FF2B5EF4-FFF2-40B4-BE49-F238E27FC236}">
                  <a16:creationId xmlns:a16="http://schemas.microsoft.com/office/drawing/2014/main" id="{9381A08C-9BD9-F04C-B709-40A5792DCF45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78" name="Google Shape;849;p72">
              <a:extLst>
                <a:ext uri="{FF2B5EF4-FFF2-40B4-BE49-F238E27FC236}">
                  <a16:creationId xmlns:a16="http://schemas.microsoft.com/office/drawing/2014/main" id="{64EFCFF0-3867-DD48-8E5A-129320C62C62}"/>
                </a:ext>
              </a:extLst>
            </p:cNvPr>
            <p:cNvSpPr/>
            <p:nvPr/>
          </p:nvSpPr>
          <p:spPr>
            <a:xfrm rot="10800000">
              <a:off x="4044273" y="634382"/>
              <a:ext cx="858900" cy="858900"/>
            </a:xfrm>
            <a:prstGeom prst="blockArc">
              <a:avLst>
                <a:gd name="adj1" fmla="val 7676434"/>
                <a:gd name="adj2" fmla="val 6376296"/>
                <a:gd name="adj3" fmla="val 13817"/>
              </a:avLst>
            </a:prstGeom>
            <a:solidFill>
              <a:schemeClr val="accent2">
                <a:lumMod val="75000"/>
              </a:schemeClr>
            </a:solidFill>
            <a:ln w="952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8ADF5DF1-87DE-644D-BD2E-FEAB2614F400}"/>
              </a:ext>
            </a:extLst>
          </p:cNvPr>
          <p:cNvSpPr txBox="1"/>
          <p:nvPr/>
        </p:nvSpPr>
        <p:spPr>
          <a:xfrm>
            <a:off x="10112069" y="3714182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err="1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Final</a:t>
            </a:r>
            <a:r>
              <a:rPr lang="it-IT" b="1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 week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59CC1F5A-4EE0-BA48-B7D8-A9630823A23F}"/>
              </a:ext>
            </a:extLst>
          </p:cNvPr>
          <p:cNvSpPr txBox="1"/>
          <p:nvPr/>
        </p:nvSpPr>
        <p:spPr>
          <a:xfrm>
            <a:off x="9986194" y="4244546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400">
                <a:latin typeface="Montserrat" panose="00000500000000000000" pitchFamily="2" charset="0"/>
              </a:rPr>
              <a:t>This is a placeholder text. This text can be replaced with your own text.</a:t>
            </a:r>
            <a:endParaRPr lang="it-IT">
              <a:latin typeface="Montserrat" panose="00000500000000000000" pitchFamily="2" charset="0"/>
            </a:endParaRPr>
          </a:p>
        </p:txBody>
      </p:sp>
      <p:pic>
        <p:nvPicPr>
          <p:cNvPr id="81" name="Graphic 134">
            <a:extLst>
              <a:ext uri="{FF2B5EF4-FFF2-40B4-BE49-F238E27FC236}">
                <a16:creationId xmlns:a16="http://schemas.microsoft.com/office/drawing/2014/main" id="{13903208-2B44-884B-9073-F5554CBA1E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8146" y="2334003"/>
            <a:ext cx="688694" cy="688690"/>
          </a:xfrm>
          <a:prstGeom prst="rect">
            <a:avLst/>
          </a:prstGeom>
        </p:spPr>
      </p:pic>
      <p:pic>
        <p:nvPicPr>
          <p:cNvPr id="82" name="Graphic 156">
            <a:extLst>
              <a:ext uri="{FF2B5EF4-FFF2-40B4-BE49-F238E27FC236}">
                <a16:creationId xmlns:a16="http://schemas.microsoft.com/office/drawing/2014/main" id="{79E89095-30B9-374C-966F-5B1177387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38130" y="2334003"/>
            <a:ext cx="804905" cy="804905"/>
          </a:xfrm>
          <a:prstGeom prst="rect">
            <a:avLst/>
          </a:prstGeom>
        </p:spPr>
      </p:pic>
      <p:sp>
        <p:nvSpPr>
          <p:cNvPr id="83" name="Titolo 1">
            <a:extLst>
              <a:ext uri="{FF2B5EF4-FFF2-40B4-BE49-F238E27FC236}">
                <a16:creationId xmlns:a16="http://schemas.microsoft.com/office/drawing/2014/main" id="{1D795F67-96FC-094B-9857-880EF4BE56E8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Next</a:t>
            </a:r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steps</a:t>
            </a:r>
            <a:endParaRPr lang="it-IT">
              <a:solidFill>
                <a:srgbClr val="134193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42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35">
            <a:extLst>
              <a:ext uri="{FF2B5EF4-FFF2-40B4-BE49-F238E27FC236}">
                <a16:creationId xmlns:a16="http://schemas.microsoft.com/office/drawing/2014/main" id="{F79DFFFD-69BC-67D0-2F6C-8A2757687FD5}"/>
              </a:ext>
            </a:extLst>
          </p:cNvPr>
          <p:cNvSpPr txBox="1"/>
          <p:nvPr/>
        </p:nvSpPr>
        <p:spPr>
          <a:xfrm>
            <a:off x="625129" y="5554809"/>
            <a:ext cx="5738726" cy="382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1628"/>
              </a:lnSpc>
            </a:pPr>
            <a:r>
              <a:rPr lang="en-US" sz="800" spc="13">
                <a:solidFill>
                  <a:srgbClr val="FFFFFF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This presentation contains information that may be privileged or confidential and is the property of 5G Academy 2025/26.</a:t>
            </a:r>
            <a:r>
              <a:rPr lang="en-US" sz="800" spc="13">
                <a:solidFill>
                  <a:srgbClr val="000000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​</a:t>
            </a:r>
          </a:p>
          <a:p>
            <a:pPr defTabSz="609630">
              <a:lnSpc>
                <a:spcPts val="1628"/>
              </a:lnSpc>
            </a:pPr>
            <a:r>
              <a:rPr lang="en-US" sz="800" spc="13">
                <a:solidFill>
                  <a:srgbClr val="FFFFFF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Copyright © 2025/26 5G Academy. All rights reserved.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545127C7-0F46-8704-D4BA-AF96F51AAE7E}"/>
              </a:ext>
            </a:extLst>
          </p:cNvPr>
          <p:cNvSpPr txBox="1"/>
          <p:nvPr/>
        </p:nvSpPr>
        <p:spPr>
          <a:xfrm>
            <a:off x="788526" y="4480530"/>
            <a:ext cx="5307474" cy="1179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09630">
              <a:defRPr/>
            </a:pPr>
            <a:r>
              <a:rPr lang="en-GB" sz="7667" spc="-13">
                <a:solidFill>
                  <a:prstClr val="white"/>
                </a:solidFill>
                <a:latin typeface="Montserrat Bold" panose="00000800000000000000" pitchFamily="2" charset="0"/>
                <a:cs typeface="Arial"/>
              </a:rPr>
              <a:t>Thank</a:t>
            </a:r>
            <a:r>
              <a:rPr lang="en-GB" sz="7667" spc="-13">
                <a:solidFill>
                  <a:prstClr val="white"/>
                </a:solidFill>
                <a:latin typeface="TIM Sans Thin" panose="02020503040602060503" pitchFamily="18" charset="0"/>
                <a:cs typeface="Arial"/>
              </a:rPr>
              <a:t> </a:t>
            </a:r>
            <a:r>
              <a:rPr lang="en-GB" sz="7667" spc="-13">
                <a:solidFill>
                  <a:prstClr val="white"/>
                </a:solidFill>
                <a:latin typeface="Montserrat Light" panose="00000400000000000000" pitchFamily="2" charset="0"/>
                <a:cs typeface="Arial"/>
              </a:rPr>
              <a:t>you</a:t>
            </a:r>
            <a:endParaRPr lang="fr-FR" sz="7667" spc="200">
              <a:solidFill>
                <a:prstClr val="white"/>
              </a:solidFill>
              <a:latin typeface="Montserrat Light" panose="00000400000000000000" pitchFamily="2" charset="0"/>
              <a:cs typeface="Arial"/>
            </a:endParaRPr>
          </a:p>
        </p:txBody>
      </p:sp>
      <p:pic>
        <p:nvPicPr>
          <p:cNvPr id="5" name="Immagine 4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98455F16-3EC6-AA39-263F-05660E1A16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5181600" y="334224"/>
            <a:ext cx="6638029" cy="4269628"/>
          </a:xfrm>
          <a:prstGeom prst="rect">
            <a:avLst/>
          </a:prstGeom>
        </p:spPr>
      </p:pic>
      <p:grpSp>
        <p:nvGrpSpPr>
          <p:cNvPr id="7" name="Gruppo 6">
            <a:extLst>
              <a:ext uri="{FF2B5EF4-FFF2-40B4-BE49-F238E27FC236}">
                <a16:creationId xmlns:a16="http://schemas.microsoft.com/office/drawing/2014/main" id="{997479B7-0E49-F31C-36F7-EE773C122418}"/>
              </a:ext>
            </a:extLst>
          </p:cNvPr>
          <p:cNvGrpSpPr/>
          <p:nvPr/>
        </p:nvGrpSpPr>
        <p:grpSpPr>
          <a:xfrm>
            <a:off x="127559" y="400092"/>
            <a:ext cx="7434251" cy="1259234"/>
            <a:chOff x="371318" y="651646"/>
            <a:chExt cx="7434251" cy="1259234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6F1D3B6C-2814-C3D5-D940-E19FF3A116FF}"/>
                </a:ext>
              </a:extLst>
            </p:cNvPr>
            <p:cNvSpPr txBox="1"/>
            <p:nvPr/>
          </p:nvSpPr>
          <p:spPr>
            <a:xfrm>
              <a:off x="371318" y="651646"/>
              <a:ext cx="4102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pc="100">
                  <a:solidFill>
                    <a:srgbClr val="4F81BD">
                      <a:lumMod val="40000"/>
                      <a:lumOff val="60000"/>
                    </a:srgbClr>
                  </a:solidFill>
                  <a:latin typeface="Montserrat Medium" panose="00000600000000000000" pitchFamily="2" charset="0"/>
                </a:rPr>
                <a:t>ADVANCED STEM PROGRAM</a:t>
              </a: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7445FC7E-1EBC-2CFC-DA3F-BD1CA8CF1391}"/>
                </a:ext>
              </a:extLst>
            </p:cNvPr>
            <p:cNvSpPr txBox="1"/>
            <p:nvPr/>
          </p:nvSpPr>
          <p:spPr>
            <a:xfrm>
              <a:off x="371318" y="801819"/>
              <a:ext cx="64075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4800" b="1" spc="-100">
                  <a:solidFill>
                    <a:prstClr val="white"/>
                  </a:solidFill>
                  <a:latin typeface="Montserrat Bold" panose="00000800000000000000" pitchFamily="2" charset="0"/>
                </a:rPr>
                <a:t>AI-Native Networks:</a:t>
              </a: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24F6550C-87E5-F77F-BC5A-B2720984862A}"/>
                </a:ext>
              </a:extLst>
            </p:cNvPr>
            <p:cNvSpPr txBox="1"/>
            <p:nvPr/>
          </p:nvSpPr>
          <p:spPr>
            <a:xfrm>
              <a:off x="371318" y="1449215"/>
              <a:ext cx="74342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Engineering the </a:t>
              </a:r>
              <a:r>
                <a:rPr lang="it-IT" sz="2400" spc="110" err="1">
                  <a:solidFill>
                    <a:srgbClr val="E6F0FF"/>
                  </a:solidFill>
                  <a:latin typeface="Proxima Nova:"/>
                </a:rPr>
                <a:t>Infrastructure</a:t>
              </a:r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 of the AI Era</a:t>
              </a:r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0DB533A8-695C-0589-EE61-7B7835E7359C}"/>
              </a:ext>
            </a:extLst>
          </p:cNvPr>
          <p:cNvGrpSpPr/>
          <p:nvPr/>
        </p:nvGrpSpPr>
        <p:grpSpPr>
          <a:xfrm>
            <a:off x="9034438" y="4847283"/>
            <a:ext cx="2628172" cy="1676493"/>
            <a:chOff x="1040621" y="3487333"/>
            <a:chExt cx="2628172" cy="1676493"/>
          </a:xfrm>
        </p:grpSpPr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473DBE2A-D16D-3CFA-D458-A36131CFF447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21" name="Elemento grafico 20">
              <a:extLst>
                <a:ext uri="{FF2B5EF4-FFF2-40B4-BE49-F238E27FC236}">
                  <a16:creationId xmlns:a16="http://schemas.microsoft.com/office/drawing/2014/main" id="{69BCE9B7-B7D1-DD0B-6074-9D68302200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22" name="Elemento grafico 21">
              <a:extLst>
                <a:ext uri="{FF2B5EF4-FFF2-40B4-BE49-F238E27FC236}">
                  <a16:creationId xmlns:a16="http://schemas.microsoft.com/office/drawing/2014/main" id="{4D03E4CC-2C12-2AD1-A2E3-B1F6D2E057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5507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 Sans"/>
        <a:ea typeface=""/>
        <a:cs typeface=""/>
      </a:majorFont>
      <a:minorFont>
        <a:latin typeface="TI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2D7E2E766E274BA85FFEF303FE3B84" ma:contentTypeVersion="11" ma:contentTypeDescription="Create a new document." ma:contentTypeScope="" ma:versionID="161f57f8e4da8c53066cecce20e1cf28">
  <xsd:schema xmlns:xsd="http://www.w3.org/2001/XMLSchema" xmlns:xs="http://www.w3.org/2001/XMLSchema" xmlns:p="http://schemas.microsoft.com/office/2006/metadata/properties" xmlns:ns2="df1bf422-076b-4923-a343-86f92e681c13" xmlns:ns3="17320c4f-b4d7-4a2f-a568-c234bef09358" targetNamespace="http://schemas.microsoft.com/office/2006/metadata/properties" ma:root="true" ma:fieldsID="3f75c0bee81b84287f3a5e0ecbeaea68" ns2:_="" ns3:_="">
    <xsd:import namespace="df1bf422-076b-4923-a343-86f92e681c13"/>
    <xsd:import namespace="17320c4f-b4d7-4a2f-a568-c234bef093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bf422-076b-4923-a343-86f92e681c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5195dc1-fe89-472b-8717-1a06404882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20c4f-b4d7-4a2f-a568-c234bef0935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0e469e3-2d6b-4f07-ba7f-94947d0b2f8c}" ma:internalName="TaxCatchAll" ma:showField="CatchAllData" ma:web="17320c4f-b4d7-4a2f-a568-c234bef093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1bf422-076b-4923-a343-86f92e681c13">
      <Terms xmlns="http://schemas.microsoft.com/office/infopath/2007/PartnerControls"/>
    </lcf76f155ced4ddcb4097134ff3c332f>
    <TaxCatchAll xmlns="17320c4f-b4d7-4a2f-a568-c234bef09358" xsi:nil="true"/>
  </documentManagement>
</p:properties>
</file>

<file path=customXml/itemProps1.xml><?xml version="1.0" encoding="utf-8"?>
<ds:datastoreItem xmlns:ds="http://schemas.openxmlformats.org/officeDocument/2006/customXml" ds:itemID="{4556ADC4-199E-44DC-A523-D8744D7BC3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CF2E81-C883-4B0C-8083-6D912302FD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1bf422-076b-4923-a343-86f92e681c13"/>
    <ds:schemaRef ds:uri="17320c4f-b4d7-4a2f-a568-c234bef093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41EC5D-E343-4D44-BBD8-CEB67CBC2CC1}">
  <ds:schemaRefs>
    <ds:schemaRef ds:uri="0956c7b6-d154-4c2f-a855-f749c344b973"/>
    <ds:schemaRef ds:uri="85ac3166-3b04-459f-810a-4a1a3b1043f5"/>
    <ds:schemaRef ds:uri="9838d0a8-28ce-4517-850f-cd68f65e9223"/>
    <ds:schemaRef ds:uri="http://schemas.microsoft.com/office/2006/metadata/properties"/>
    <ds:schemaRef ds:uri="http://schemas.microsoft.com/office/infopath/2007/PartnerControls"/>
    <ds:schemaRef ds:uri="df1bf422-076b-4923-a343-86f92e681c13"/>
    <ds:schemaRef ds:uri="17320c4f-b4d7-4a2f-a568-c234bef093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543</Words>
  <Application>Microsoft Office PowerPoint</Application>
  <PresentationFormat>Widescreen</PresentationFormat>
  <Paragraphs>172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Calibri</vt:lpstr>
      <vt:lpstr>Montserrat</vt:lpstr>
      <vt:lpstr>Montserrat Bold</vt:lpstr>
      <vt:lpstr>Montserrat Light</vt:lpstr>
      <vt:lpstr>Montserrat Medium</vt:lpstr>
      <vt:lpstr>Proxima Nova:</vt:lpstr>
      <vt:lpstr>TIM Sans</vt:lpstr>
      <vt:lpstr>TIM Sans Light</vt:lpstr>
      <vt:lpstr>TIM Sans Thin</vt:lpstr>
      <vt:lpstr>Tema di Office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CYBORG ACADEMY</dc:title>
  <dc:creator>Microsoft Office User</dc:creator>
  <cp:lastModifiedBy>FAUZAN EJAZ</cp:lastModifiedBy>
  <cp:revision>7</cp:revision>
  <cp:lastPrinted>2019-09-27T11:11:51Z</cp:lastPrinted>
  <dcterms:created xsi:type="dcterms:W3CDTF">2019-09-25T16:06:26Z</dcterms:created>
  <dcterms:modified xsi:type="dcterms:W3CDTF">2026-09-03T18:08:40Z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e397fc-1581-4f20-a09a-f1b2dd53ab2e_Enabled">
    <vt:lpwstr>true</vt:lpwstr>
  </property>
  <property fmtid="{D5CDD505-2E9C-101B-9397-08002B2CF9AE}" pid="3" name="MSIP_Label_d5e397fc-1581-4f20-a09a-f1b2dd53ab2e_SetDate">
    <vt:lpwstr>2021-11-17T09:55:24Z</vt:lpwstr>
  </property>
  <property fmtid="{D5CDD505-2E9C-101B-9397-08002B2CF9AE}" pid="4" name="MSIP_Label_d5e397fc-1581-4f20-a09a-f1b2dd53ab2e_Method">
    <vt:lpwstr>Privileged</vt:lpwstr>
  </property>
  <property fmtid="{D5CDD505-2E9C-101B-9397-08002B2CF9AE}" pid="5" name="MSIP_Label_d5e397fc-1581-4f20-a09a-f1b2dd53ab2e_Name">
    <vt:lpwstr>PUBBLICO</vt:lpwstr>
  </property>
  <property fmtid="{D5CDD505-2E9C-101B-9397-08002B2CF9AE}" pid="6" name="MSIP_Label_d5e397fc-1581-4f20-a09a-f1b2dd53ab2e_SiteId">
    <vt:lpwstr>6815f468-021c-48f2-a6b2-d65c8e979dfb</vt:lpwstr>
  </property>
  <property fmtid="{D5CDD505-2E9C-101B-9397-08002B2CF9AE}" pid="7" name="MSIP_Label_d5e397fc-1581-4f20-a09a-f1b2dd53ab2e_ActionId">
    <vt:lpwstr>7b197b8f-7652-45e1-ab4f-07a24c18b5db</vt:lpwstr>
  </property>
  <property fmtid="{D5CDD505-2E9C-101B-9397-08002B2CF9AE}" pid="8" name="MSIP_Label_d5e397fc-1581-4f20-a09a-f1b2dd53ab2e_ContentBits">
    <vt:lpwstr>0</vt:lpwstr>
  </property>
  <property fmtid="{D5CDD505-2E9C-101B-9397-08002B2CF9AE}" pid="9" name="ContentTypeId">
    <vt:lpwstr>0x010100942D7E2E766E274BA85FFEF303FE3B84</vt:lpwstr>
  </property>
  <property fmtid="{D5CDD505-2E9C-101B-9397-08002B2CF9AE}" pid="10" name="MSIP_Label_2ad0b24d-6422-44b0-b3de-abb3a9e8c81a_Enabled">
    <vt:lpwstr>true</vt:lpwstr>
  </property>
  <property fmtid="{D5CDD505-2E9C-101B-9397-08002B2CF9AE}" pid="11" name="MSIP_Label_2ad0b24d-6422-44b0-b3de-abb3a9e8c81a_SetDate">
    <vt:lpwstr>2026-07-01T14:43:44Z</vt:lpwstr>
  </property>
  <property fmtid="{D5CDD505-2E9C-101B-9397-08002B2CF9AE}" pid="12" name="MSIP_Label_2ad0b24d-6422-44b0-b3de-abb3a9e8c81a_Method">
    <vt:lpwstr>Standard</vt:lpwstr>
  </property>
  <property fmtid="{D5CDD505-2E9C-101B-9397-08002B2CF9AE}" pid="13" name="MSIP_Label_2ad0b24d-6422-44b0-b3de-abb3a9e8c81a_Name">
    <vt:lpwstr>defa4170-0d19-0005-0004-bc88714345d2</vt:lpwstr>
  </property>
  <property fmtid="{D5CDD505-2E9C-101B-9397-08002B2CF9AE}" pid="14" name="MSIP_Label_2ad0b24d-6422-44b0-b3de-abb3a9e8c81a_SiteId">
    <vt:lpwstr>2fcfe26a-bb62-46b0-b1e3-28f9da0c45fd</vt:lpwstr>
  </property>
  <property fmtid="{D5CDD505-2E9C-101B-9397-08002B2CF9AE}" pid="15" name="MSIP_Label_2ad0b24d-6422-44b0-b3de-abb3a9e8c81a_ActionId">
    <vt:lpwstr>bd5a7b6a-91db-4137-b6db-996924422879</vt:lpwstr>
  </property>
  <property fmtid="{D5CDD505-2E9C-101B-9397-08002B2CF9AE}" pid="16" name="MSIP_Label_2ad0b24d-6422-44b0-b3de-abb3a9e8c81a_ContentBits">
    <vt:lpwstr>0</vt:lpwstr>
  </property>
  <property fmtid="{D5CDD505-2E9C-101B-9397-08002B2CF9AE}" pid="17" name="MSIP_Label_2ad0b24d-6422-44b0-b3de-abb3a9e8c81a_Tag">
    <vt:lpwstr>10, 3, 0, 1</vt:lpwstr>
  </property>
  <property fmtid="{D5CDD505-2E9C-101B-9397-08002B2CF9AE}" pid="18" name="MediaServiceImageTags">
    <vt:lpwstr/>
  </property>
</Properties>
</file>